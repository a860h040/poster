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Lst>
  <p:sldSz cy="32918400" cx="329184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6" roundtripDataSignature="AMtx7mjH/WLs51wntcl7MNf3JdLFxzRsv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3"/>
          <p:cNvSpPr txBox="1"/>
          <p:nvPr>
            <p:ph type="ctrTitle"/>
          </p:nvPr>
        </p:nvSpPr>
        <p:spPr>
          <a:xfrm>
            <a:off x="2468880" y="5387342"/>
            <a:ext cx="27980640" cy="1146048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21600"/>
              <a:buFont typeface="Calibri"/>
              <a:buNone/>
              <a:defRPr sz="21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3"/>
          <p:cNvSpPr txBox="1"/>
          <p:nvPr>
            <p:ph idx="1" type="subTitle"/>
          </p:nvPr>
        </p:nvSpPr>
        <p:spPr>
          <a:xfrm>
            <a:off x="4114800" y="17289782"/>
            <a:ext cx="24688800" cy="7947658"/>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3600"/>
              </a:spcBef>
              <a:spcAft>
                <a:spcPts val="0"/>
              </a:spcAft>
              <a:buClr>
                <a:schemeClr val="dk1"/>
              </a:buClr>
              <a:buSzPts val="8640"/>
              <a:buNone/>
              <a:defRPr sz="8640"/>
            </a:lvl1pPr>
            <a:lvl2pPr lvl="1" algn="ctr">
              <a:lnSpc>
                <a:spcPct val="90000"/>
              </a:lnSpc>
              <a:spcBef>
                <a:spcPts val="1800"/>
              </a:spcBef>
              <a:spcAft>
                <a:spcPts val="0"/>
              </a:spcAft>
              <a:buClr>
                <a:schemeClr val="dk1"/>
              </a:buClr>
              <a:buSzPts val="7200"/>
              <a:buNone/>
              <a:defRPr sz="7200"/>
            </a:lvl2pPr>
            <a:lvl3pPr lvl="2" algn="ctr">
              <a:lnSpc>
                <a:spcPct val="90000"/>
              </a:lnSpc>
              <a:spcBef>
                <a:spcPts val="1800"/>
              </a:spcBef>
              <a:spcAft>
                <a:spcPts val="0"/>
              </a:spcAft>
              <a:buClr>
                <a:schemeClr val="dk1"/>
              </a:buClr>
              <a:buSzPts val="6480"/>
              <a:buNone/>
              <a:defRPr sz="6480"/>
            </a:lvl3pPr>
            <a:lvl4pPr lvl="3" algn="ctr">
              <a:lnSpc>
                <a:spcPct val="90000"/>
              </a:lnSpc>
              <a:spcBef>
                <a:spcPts val="1800"/>
              </a:spcBef>
              <a:spcAft>
                <a:spcPts val="0"/>
              </a:spcAft>
              <a:buClr>
                <a:schemeClr val="dk1"/>
              </a:buClr>
              <a:buSzPts val="5760"/>
              <a:buNone/>
              <a:defRPr sz="5760"/>
            </a:lvl4pPr>
            <a:lvl5pPr lvl="4" algn="ctr">
              <a:lnSpc>
                <a:spcPct val="90000"/>
              </a:lnSpc>
              <a:spcBef>
                <a:spcPts val="1800"/>
              </a:spcBef>
              <a:spcAft>
                <a:spcPts val="0"/>
              </a:spcAft>
              <a:buClr>
                <a:schemeClr val="dk1"/>
              </a:buClr>
              <a:buSzPts val="5760"/>
              <a:buNone/>
              <a:defRPr sz="5760"/>
            </a:lvl5pPr>
            <a:lvl6pPr lvl="5" algn="ctr">
              <a:lnSpc>
                <a:spcPct val="90000"/>
              </a:lnSpc>
              <a:spcBef>
                <a:spcPts val="1800"/>
              </a:spcBef>
              <a:spcAft>
                <a:spcPts val="0"/>
              </a:spcAft>
              <a:buClr>
                <a:schemeClr val="dk1"/>
              </a:buClr>
              <a:buSzPts val="5760"/>
              <a:buNone/>
              <a:defRPr sz="5760"/>
            </a:lvl6pPr>
            <a:lvl7pPr lvl="6" algn="ctr">
              <a:lnSpc>
                <a:spcPct val="90000"/>
              </a:lnSpc>
              <a:spcBef>
                <a:spcPts val="1800"/>
              </a:spcBef>
              <a:spcAft>
                <a:spcPts val="0"/>
              </a:spcAft>
              <a:buClr>
                <a:schemeClr val="dk1"/>
              </a:buClr>
              <a:buSzPts val="5760"/>
              <a:buNone/>
              <a:defRPr sz="5760"/>
            </a:lvl7pPr>
            <a:lvl8pPr lvl="7" algn="ctr">
              <a:lnSpc>
                <a:spcPct val="90000"/>
              </a:lnSpc>
              <a:spcBef>
                <a:spcPts val="1800"/>
              </a:spcBef>
              <a:spcAft>
                <a:spcPts val="0"/>
              </a:spcAft>
              <a:buClr>
                <a:schemeClr val="dk1"/>
              </a:buClr>
              <a:buSzPts val="5760"/>
              <a:buNone/>
              <a:defRPr sz="5760"/>
            </a:lvl8pPr>
            <a:lvl9pPr lvl="8" algn="ctr">
              <a:lnSpc>
                <a:spcPct val="90000"/>
              </a:lnSpc>
              <a:spcBef>
                <a:spcPts val="1800"/>
              </a:spcBef>
              <a:spcAft>
                <a:spcPts val="0"/>
              </a:spcAft>
              <a:buClr>
                <a:schemeClr val="dk1"/>
              </a:buClr>
              <a:buSzPts val="5760"/>
              <a:buNone/>
              <a:defRPr sz="5760"/>
            </a:lvl9pPr>
          </a:lstStyle>
          <a:p/>
        </p:txBody>
      </p:sp>
      <p:sp>
        <p:nvSpPr>
          <p:cNvPr id="14" name="Google Shape;14;p3"/>
          <p:cNvSpPr txBox="1"/>
          <p:nvPr>
            <p:ph idx="10" type="dt"/>
          </p:nvPr>
        </p:nvSpPr>
        <p:spPr>
          <a:xfrm>
            <a:off x="2263140" y="30510487"/>
            <a:ext cx="7406640" cy="17526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3"/>
          <p:cNvSpPr txBox="1"/>
          <p:nvPr>
            <p:ph idx="11" type="ftr"/>
          </p:nvPr>
        </p:nvSpPr>
        <p:spPr>
          <a:xfrm>
            <a:off x="10904220" y="30510487"/>
            <a:ext cx="11109960" cy="17526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3"/>
          <p:cNvSpPr txBox="1"/>
          <p:nvPr>
            <p:ph idx="12" type="sldNum"/>
          </p:nvPr>
        </p:nvSpPr>
        <p:spPr>
          <a:xfrm>
            <a:off x="23248620" y="30510487"/>
            <a:ext cx="7406640" cy="17526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4"/>
          <p:cNvSpPr txBox="1"/>
          <p:nvPr>
            <p:ph type="title"/>
          </p:nvPr>
        </p:nvSpPr>
        <p:spPr>
          <a:xfrm>
            <a:off x="2263140" y="1752607"/>
            <a:ext cx="28392120" cy="6362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4"/>
          <p:cNvSpPr txBox="1"/>
          <p:nvPr>
            <p:ph idx="1" type="body"/>
          </p:nvPr>
        </p:nvSpPr>
        <p:spPr>
          <a:xfrm>
            <a:off x="2263140" y="8763000"/>
            <a:ext cx="28392120" cy="2088642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600"/>
              </a:spcBef>
              <a:spcAft>
                <a:spcPts val="0"/>
              </a:spcAft>
              <a:buClr>
                <a:schemeClr val="dk1"/>
              </a:buClr>
              <a:buSzPts val="1800"/>
              <a:buChar char="•"/>
              <a:defRPr/>
            </a:lvl1pPr>
            <a:lvl2pPr indent="-342900" lvl="1" marL="914400" algn="l">
              <a:lnSpc>
                <a:spcPct val="90000"/>
              </a:lnSpc>
              <a:spcBef>
                <a:spcPts val="1800"/>
              </a:spcBef>
              <a:spcAft>
                <a:spcPts val="0"/>
              </a:spcAft>
              <a:buClr>
                <a:schemeClr val="dk1"/>
              </a:buClr>
              <a:buSzPts val="1800"/>
              <a:buChar char="•"/>
              <a:defRPr/>
            </a:lvl2pPr>
            <a:lvl3pPr indent="-342900" lvl="2" marL="1371600" algn="l">
              <a:lnSpc>
                <a:spcPct val="90000"/>
              </a:lnSpc>
              <a:spcBef>
                <a:spcPts val="1800"/>
              </a:spcBef>
              <a:spcAft>
                <a:spcPts val="0"/>
              </a:spcAft>
              <a:buClr>
                <a:schemeClr val="dk1"/>
              </a:buClr>
              <a:buSzPts val="1800"/>
              <a:buChar char="•"/>
              <a:defRPr/>
            </a:lvl3pPr>
            <a:lvl4pPr indent="-342900" lvl="3" marL="1828800" algn="l">
              <a:lnSpc>
                <a:spcPct val="90000"/>
              </a:lnSpc>
              <a:spcBef>
                <a:spcPts val="1800"/>
              </a:spcBef>
              <a:spcAft>
                <a:spcPts val="0"/>
              </a:spcAft>
              <a:buClr>
                <a:schemeClr val="dk1"/>
              </a:buClr>
              <a:buSzPts val="1800"/>
              <a:buChar char="•"/>
              <a:defRPr/>
            </a:lvl4pPr>
            <a:lvl5pPr indent="-342900" lvl="4" marL="2286000" algn="l">
              <a:lnSpc>
                <a:spcPct val="90000"/>
              </a:lnSpc>
              <a:spcBef>
                <a:spcPts val="1800"/>
              </a:spcBef>
              <a:spcAft>
                <a:spcPts val="0"/>
              </a:spcAft>
              <a:buClr>
                <a:schemeClr val="dk1"/>
              </a:buClr>
              <a:buSzPts val="1800"/>
              <a:buChar char="•"/>
              <a:defRPr/>
            </a:lvl5pPr>
            <a:lvl6pPr indent="-342900" lvl="5" marL="2743200" algn="l">
              <a:lnSpc>
                <a:spcPct val="90000"/>
              </a:lnSpc>
              <a:spcBef>
                <a:spcPts val="1800"/>
              </a:spcBef>
              <a:spcAft>
                <a:spcPts val="0"/>
              </a:spcAft>
              <a:buClr>
                <a:schemeClr val="dk1"/>
              </a:buClr>
              <a:buSzPts val="1800"/>
              <a:buChar char="•"/>
              <a:defRPr/>
            </a:lvl6pPr>
            <a:lvl7pPr indent="-342900" lvl="6" marL="3200400" algn="l">
              <a:lnSpc>
                <a:spcPct val="90000"/>
              </a:lnSpc>
              <a:spcBef>
                <a:spcPts val="1800"/>
              </a:spcBef>
              <a:spcAft>
                <a:spcPts val="0"/>
              </a:spcAft>
              <a:buClr>
                <a:schemeClr val="dk1"/>
              </a:buClr>
              <a:buSzPts val="1800"/>
              <a:buChar char="•"/>
              <a:defRPr/>
            </a:lvl7pPr>
            <a:lvl8pPr indent="-342900" lvl="7" marL="3657600" algn="l">
              <a:lnSpc>
                <a:spcPct val="90000"/>
              </a:lnSpc>
              <a:spcBef>
                <a:spcPts val="1800"/>
              </a:spcBef>
              <a:spcAft>
                <a:spcPts val="0"/>
              </a:spcAft>
              <a:buClr>
                <a:schemeClr val="dk1"/>
              </a:buClr>
              <a:buSzPts val="1800"/>
              <a:buChar char="•"/>
              <a:defRPr/>
            </a:lvl8pPr>
            <a:lvl9pPr indent="-342900" lvl="8" marL="4114800" algn="l">
              <a:lnSpc>
                <a:spcPct val="90000"/>
              </a:lnSpc>
              <a:spcBef>
                <a:spcPts val="1800"/>
              </a:spcBef>
              <a:spcAft>
                <a:spcPts val="0"/>
              </a:spcAft>
              <a:buClr>
                <a:schemeClr val="dk1"/>
              </a:buClr>
              <a:buSzPts val="1800"/>
              <a:buChar char="•"/>
              <a:defRPr/>
            </a:lvl9pPr>
          </a:lstStyle>
          <a:p/>
        </p:txBody>
      </p:sp>
      <p:sp>
        <p:nvSpPr>
          <p:cNvPr id="20" name="Google Shape;20;p4"/>
          <p:cNvSpPr txBox="1"/>
          <p:nvPr>
            <p:ph idx="10" type="dt"/>
          </p:nvPr>
        </p:nvSpPr>
        <p:spPr>
          <a:xfrm>
            <a:off x="2263140" y="30510487"/>
            <a:ext cx="7406640" cy="17526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4"/>
          <p:cNvSpPr txBox="1"/>
          <p:nvPr>
            <p:ph idx="11" type="ftr"/>
          </p:nvPr>
        </p:nvSpPr>
        <p:spPr>
          <a:xfrm>
            <a:off x="10904220" y="30510487"/>
            <a:ext cx="11109960" cy="17526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4"/>
          <p:cNvSpPr txBox="1"/>
          <p:nvPr>
            <p:ph idx="12" type="sldNum"/>
          </p:nvPr>
        </p:nvSpPr>
        <p:spPr>
          <a:xfrm>
            <a:off x="23248620" y="30510487"/>
            <a:ext cx="7406640" cy="17526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5"/>
          <p:cNvSpPr txBox="1"/>
          <p:nvPr>
            <p:ph type="title"/>
          </p:nvPr>
        </p:nvSpPr>
        <p:spPr>
          <a:xfrm>
            <a:off x="2245997" y="8206749"/>
            <a:ext cx="28392120" cy="13693138"/>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1600"/>
              <a:buFont typeface="Calibri"/>
              <a:buNone/>
              <a:defRPr sz="21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5"/>
          <p:cNvSpPr txBox="1"/>
          <p:nvPr>
            <p:ph idx="1" type="body"/>
          </p:nvPr>
        </p:nvSpPr>
        <p:spPr>
          <a:xfrm>
            <a:off x="2245997" y="22029429"/>
            <a:ext cx="28392120" cy="720089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3600"/>
              </a:spcBef>
              <a:spcAft>
                <a:spcPts val="0"/>
              </a:spcAft>
              <a:buClr>
                <a:schemeClr val="dk1"/>
              </a:buClr>
              <a:buSzPts val="8640"/>
              <a:buNone/>
              <a:defRPr sz="8640">
                <a:solidFill>
                  <a:schemeClr val="dk1"/>
                </a:solidFill>
              </a:defRPr>
            </a:lvl1pPr>
            <a:lvl2pPr indent="-228600" lvl="1" marL="914400" algn="l">
              <a:lnSpc>
                <a:spcPct val="90000"/>
              </a:lnSpc>
              <a:spcBef>
                <a:spcPts val="1800"/>
              </a:spcBef>
              <a:spcAft>
                <a:spcPts val="0"/>
              </a:spcAft>
              <a:buClr>
                <a:srgbClr val="888888"/>
              </a:buClr>
              <a:buSzPts val="7200"/>
              <a:buNone/>
              <a:defRPr sz="7200">
                <a:solidFill>
                  <a:srgbClr val="888888"/>
                </a:solidFill>
              </a:defRPr>
            </a:lvl2pPr>
            <a:lvl3pPr indent="-228600" lvl="2" marL="1371600" algn="l">
              <a:lnSpc>
                <a:spcPct val="90000"/>
              </a:lnSpc>
              <a:spcBef>
                <a:spcPts val="1800"/>
              </a:spcBef>
              <a:spcAft>
                <a:spcPts val="0"/>
              </a:spcAft>
              <a:buClr>
                <a:srgbClr val="888888"/>
              </a:buClr>
              <a:buSzPts val="6480"/>
              <a:buNone/>
              <a:defRPr sz="6480">
                <a:solidFill>
                  <a:srgbClr val="888888"/>
                </a:solidFill>
              </a:defRPr>
            </a:lvl3pPr>
            <a:lvl4pPr indent="-228600" lvl="3" marL="1828800" algn="l">
              <a:lnSpc>
                <a:spcPct val="90000"/>
              </a:lnSpc>
              <a:spcBef>
                <a:spcPts val="1800"/>
              </a:spcBef>
              <a:spcAft>
                <a:spcPts val="0"/>
              </a:spcAft>
              <a:buClr>
                <a:srgbClr val="888888"/>
              </a:buClr>
              <a:buSzPts val="5760"/>
              <a:buNone/>
              <a:defRPr sz="5760">
                <a:solidFill>
                  <a:srgbClr val="888888"/>
                </a:solidFill>
              </a:defRPr>
            </a:lvl4pPr>
            <a:lvl5pPr indent="-228600" lvl="4" marL="2286000" algn="l">
              <a:lnSpc>
                <a:spcPct val="90000"/>
              </a:lnSpc>
              <a:spcBef>
                <a:spcPts val="1800"/>
              </a:spcBef>
              <a:spcAft>
                <a:spcPts val="0"/>
              </a:spcAft>
              <a:buClr>
                <a:srgbClr val="888888"/>
              </a:buClr>
              <a:buSzPts val="5760"/>
              <a:buNone/>
              <a:defRPr sz="5760">
                <a:solidFill>
                  <a:srgbClr val="888888"/>
                </a:solidFill>
              </a:defRPr>
            </a:lvl5pPr>
            <a:lvl6pPr indent="-228600" lvl="5" marL="2743200" algn="l">
              <a:lnSpc>
                <a:spcPct val="90000"/>
              </a:lnSpc>
              <a:spcBef>
                <a:spcPts val="1800"/>
              </a:spcBef>
              <a:spcAft>
                <a:spcPts val="0"/>
              </a:spcAft>
              <a:buClr>
                <a:srgbClr val="888888"/>
              </a:buClr>
              <a:buSzPts val="5760"/>
              <a:buNone/>
              <a:defRPr sz="5760">
                <a:solidFill>
                  <a:srgbClr val="888888"/>
                </a:solidFill>
              </a:defRPr>
            </a:lvl6pPr>
            <a:lvl7pPr indent="-228600" lvl="6" marL="3200400" algn="l">
              <a:lnSpc>
                <a:spcPct val="90000"/>
              </a:lnSpc>
              <a:spcBef>
                <a:spcPts val="1800"/>
              </a:spcBef>
              <a:spcAft>
                <a:spcPts val="0"/>
              </a:spcAft>
              <a:buClr>
                <a:srgbClr val="888888"/>
              </a:buClr>
              <a:buSzPts val="5760"/>
              <a:buNone/>
              <a:defRPr sz="5760">
                <a:solidFill>
                  <a:srgbClr val="888888"/>
                </a:solidFill>
              </a:defRPr>
            </a:lvl7pPr>
            <a:lvl8pPr indent="-228600" lvl="7" marL="3657600" algn="l">
              <a:lnSpc>
                <a:spcPct val="90000"/>
              </a:lnSpc>
              <a:spcBef>
                <a:spcPts val="1800"/>
              </a:spcBef>
              <a:spcAft>
                <a:spcPts val="0"/>
              </a:spcAft>
              <a:buClr>
                <a:srgbClr val="888888"/>
              </a:buClr>
              <a:buSzPts val="5760"/>
              <a:buNone/>
              <a:defRPr sz="5760">
                <a:solidFill>
                  <a:srgbClr val="888888"/>
                </a:solidFill>
              </a:defRPr>
            </a:lvl8pPr>
            <a:lvl9pPr indent="-228600" lvl="8" marL="4114800" algn="l">
              <a:lnSpc>
                <a:spcPct val="90000"/>
              </a:lnSpc>
              <a:spcBef>
                <a:spcPts val="1800"/>
              </a:spcBef>
              <a:spcAft>
                <a:spcPts val="0"/>
              </a:spcAft>
              <a:buClr>
                <a:srgbClr val="888888"/>
              </a:buClr>
              <a:buSzPts val="5760"/>
              <a:buNone/>
              <a:defRPr sz="5760">
                <a:solidFill>
                  <a:srgbClr val="888888"/>
                </a:solidFill>
              </a:defRPr>
            </a:lvl9pPr>
          </a:lstStyle>
          <a:p/>
        </p:txBody>
      </p:sp>
      <p:sp>
        <p:nvSpPr>
          <p:cNvPr id="26" name="Google Shape;26;p5"/>
          <p:cNvSpPr txBox="1"/>
          <p:nvPr>
            <p:ph idx="10" type="dt"/>
          </p:nvPr>
        </p:nvSpPr>
        <p:spPr>
          <a:xfrm>
            <a:off x="2263140" y="30510487"/>
            <a:ext cx="7406640" cy="17526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5"/>
          <p:cNvSpPr txBox="1"/>
          <p:nvPr>
            <p:ph idx="11" type="ftr"/>
          </p:nvPr>
        </p:nvSpPr>
        <p:spPr>
          <a:xfrm>
            <a:off x="10904220" y="30510487"/>
            <a:ext cx="11109960" cy="17526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5"/>
          <p:cNvSpPr txBox="1"/>
          <p:nvPr>
            <p:ph idx="12" type="sldNum"/>
          </p:nvPr>
        </p:nvSpPr>
        <p:spPr>
          <a:xfrm>
            <a:off x="23248620" y="30510487"/>
            <a:ext cx="7406640" cy="17526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6"/>
          <p:cNvSpPr txBox="1"/>
          <p:nvPr>
            <p:ph type="title"/>
          </p:nvPr>
        </p:nvSpPr>
        <p:spPr>
          <a:xfrm>
            <a:off x="2263140" y="1752607"/>
            <a:ext cx="28392120" cy="6362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6"/>
          <p:cNvSpPr txBox="1"/>
          <p:nvPr>
            <p:ph idx="1" type="body"/>
          </p:nvPr>
        </p:nvSpPr>
        <p:spPr>
          <a:xfrm>
            <a:off x="2263140" y="8763000"/>
            <a:ext cx="13990320" cy="2088642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600"/>
              </a:spcBef>
              <a:spcAft>
                <a:spcPts val="0"/>
              </a:spcAft>
              <a:buClr>
                <a:schemeClr val="dk1"/>
              </a:buClr>
              <a:buSzPts val="1800"/>
              <a:buChar char="•"/>
              <a:defRPr/>
            </a:lvl1pPr>
            <a:lvl2pPr indent="-342900" lvl="1" marL="914400" algn="l">
              <a:lnSpc>
                <a:spcPct val="90000"/>
              </a:lnSpc>
              <a:spcBef>
                <a:spcPts val="1800"/>
              </a:spcBef>
              <a:spcAft>
                <a:spcPts val="0"/>
              </a:spcAft>
              <a:buClr>
                <a:schemeClr val="dk1"/>
              </a:buClr>
              <a:buSzPts val="1800"/>
              <a:buChar char="•"/>
              <a:defRPr/>
            </a:lvl2pPr>
            <a:lvl3pPr indent="-342900" lvl="2" marL="1371600" algn="l">
              <a:lnSpc>
                <a:spcPct val="90000"/>
              </a:lnSpc>
              <a:spcBef>
                <a:spcPts val="1800"/>
              </a:spcBef>
              <a:spcAft>
                <a:spcPts val="0"/>
              </a:spcAft>
              <a:buClr>
                <a:schemeClr val="dk1"/>
              </a:buClr>
              <a:buSzPts val="1800"/>
              <a:buChar char="•"/>
              <a:defRPr/>
            </a:lvl3pPr>
            <a:lvl4pPr indent="-342900" lvl="3" marL="1828800" algn="l">
              <a:lnSpc>
                <a:spcPct val="90000"/>
              </a:lnSpc>
              <a:spcBef>
                <a:spcPts val="1800"/>
              </a:spcBef>
              <a:spcAft>
                <a:spcPts val="0"/>
              </a:spcAft>
              <a:buClr>
                <a:schemeClr val="dk1"/>
              </a:buClr>
              <a:buSzPts val="1800"/>
              <a:buChar char="•"/>
              <a:defRPr/>
            </a:lvl4pPr>
            <a:lvl5pPr indent="-342900" lvl="4" marL="2286000" algn="l">
              <a:lnSpc>
                <a:spcPct val="90000"/>
              </a:lnSpc>
              <a:spcBef>
                <a:spcPts val="1800"/>
              </a:spcBef>
              <a:spcAft>
                <a:spcPts val="0"/>
              </a:spcAft>
              <a:buClr>
                <a:schemeClr val="dk1"/>
              </a:buClr>
              <a:buSzPts val="1800"/>
              <a:buChar char="•"/>
              <a:defRPr/>
            </a:lvl5pPr>
            <a:lvl6pPr indent="-342900" lvl="5" marL="2743200" algn="l">
              <a:lnSpc>
                <a:spcPct val="90000"/>
              </a:lnSpc>
              <a:spcBef>
                <a:spcPts val="1800"/>
              </a:spcBef>
              <a:spcAft>
                <a:spcPts val="0"/>
              </a:spcAft>
              <a:buClr>
                <a:schemeClr val="dk1"/>
              </a:buClr>
              <a:buSzPts val="1800"/>
              <a:buChar char="•"/>
              <a:defRPr/>
            </a:lvl6pPr>
            <a:lvl7pPr indent="-342900" lvl="6" marL="3200400" algn="l">
              <a:lnSpc>
                <a:spcPct val="90000"/>
              </a:lnSpc>
              <a:spcBef>
                <a:spcPts val="1800"/>
              </a:spcBef>
              <a:spcAft>
                <a:spcPts val="0"/>
              </a:spcAft>
              <a:buClr>
                <a:schemeClr val="dk1"/>
              </a:buClr>
              <a:buSzPts val="1800"/>
              <a:buChar char="•"/>
              <a:defRPr/>
            </a:lvl7pPr>
            <a:lvl8pPr indent="-342900" lvl="7" marL="3657600" algn="l">
              <a:lnSpc>
                <a:spcPct val="90000"/>
              </a:lnSpc>
              <a:spcBef>
                <a:spcPts val="1800"/>
              </a:spcBef>
              <a:spcAft>
                <a:spcPts val="0"/>
              </a:spcAft>
              <a:buClr>
                <a:schemeClr val="dk1"/>
              </a:buClr>
              <a:buSzPts val="1800"/>
              <a:buChar char="•"/>
              <a:defRPr/>
            </a:lvl8pPr>
            <a:lvl9pPr indent="-342900" lvl="8" marL="4114800" algn="l">
              <a:lnSpc>
                <a:spcPct val="90000"/>
              </a:lnSpc>
              <a:spcBef>
                <a:spcPts val="1800"/>
              </a:spcBef>
              <a:spcAft>
                <a:spcPts val="0"/>
              </a:spcAft>
              <a:buClr>
                <a:schemeClr val="dk1"/>
              </a:buClr>
              <a:buSzPts val="1800"/>
              <a:buChar char="•"/>
              <a:defRPr/>
            </a:lvl9pPr>
          </a:lstStyle>
          <a:p/>
        </p:txBody>
      </p:sp>
      <p:sp>
        <p:nvSpPr>
          <p:cNvPr id="32" name="Google Shape;32;p6"/>
          <p:cNvSpPr txBox="1"/>
          <p:nvPr>
            <p:ph idx="2" type="body"/>
          </p:nvPr>
        </p:nvSpPr>
        <p:spPr>
          <a:xfrm>
            <a:off x="16664940" y="8763000"/>
            <a:ext cx="13990320" cy="2088642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600"/>
              </a:spcBef>
              <a:spcAft>
                <a:spcPts val="0"/>
              </a:spcAft>
              <a:buClr>
                <a:schemeClr val="dk1"/>
              </a:buClr>
              <a:buSzPts val="1800"/>
              <a:buChar char="•"/>
              <a:defRPr/>
            </a:lvl1pPr>
            <a:lvl2pPr indent="-342900" lvl="1" marL="914400" algn="l">
              <a:lnSpc>
                <a:spcPct val="90000"/>
              </a:lnSpc>
              <a:spcBef>
                <a:spcPts val="1800"/>
              </a:spcBef>
              <a:spcAft>
                <a:spcPts val="0"/>
              </a:spcAft>
              <a:buClr>
                <a:schemeClr val="dk1"/>
              </a:buClr>
              <a:buSzPts val="1800"/>
              <a:buChar char="•"/>
              <a:defRPr/>
            </a:lvl2pPr>
            <a:lvl3pPr indent="-342900" lvl="2" marL="1371600" algn="l">
              <a:lnSpc>
                <a:spcPct val="90000"/>
              </a:lnSpc>
              <a:spcBef>
                <a:spcPts val="1800"/>
              </a:spcBef>
              <a:spcAft>
                <a:spcPts val="0"/>
              </a:spcAft>
              <a:buClr>
                <a:schemeClr val="dk1"/>
              </a:buClr>
              <a:buSzPts val="1800"/>
              <a:buChar char="•"/>
              <a:defRPr/>
            </a:lvl3pPr>
            <a:lvl4pPr indent="-342900" lvl="3" marL="1828800" algn="l">
              <a:lnSpc>
                <a:spcPct val="90000"/>
              </a:lnSpc>
              <a:spcBef>
                <a:spcPts val="1800"/>
              </a:spcBef>
              <a:spcAft>
                <a:spcPts val="0"/>
              </a:spcAft>
              <a:buClr>
                <a:schemeClr val="dk1"/>
              </a:buClr>
              <a:buSzPts val="1800"/>
              <a:buChar char="•"/>
              <a:defRPr/>
            </a:lvl4pPr>
            <a:lvl5pPr indent="-342900" lvl="4" marL="2286000" algn="l">
              <a:lnSpc>
                <a:spcPct val="90000"/>
              </a:lnSpc>
              <a:spcBef>
                <a:spcPts val="1800"/>
              </a:spcBef>
              <a:spcAft>
                <a:spcPts val="0"/>
              </a:spcAft>
              <a:buClr>
                <a:schemeClr val="dk1"/>
              </a:buClr>
              <a:buSzPts val="1800"/>
              <a:buChar char="•"/>
              <a:defRPr/>
            </a:lvl5pPr>
            <a:lvl6pPr indent="-342900" lvl="5" marL="2743200" algn="l">
              <a:lnSpc>
                <a:spcPct val="90000"/>
              </a:lnSpc>
              <a:spcBef>
                <a:spcPts val="1800"/>
              </a:spcBef>
              <a:spcAft>
                <a:spcPts val="0"/>
              </a:spcAft>
              <a:buClr>
                <a:schemeClr val="dk1"/>
              </a:buClr>
              <a:buSzPts val="1800"/>
              <a:buChar char="•"/>
              <a:defRPr/>
            </a:lvl6pPr>
            <a:lvl7pPr indent="-342900" lvl="6" marL="3200400" algn="l">
              <a:lnSpc>
                <a:spcPct val="90000"/>
              </a:lnSpc>
              <a:spcBef>
                <a:spcPts val="1800"/>
              </a:spcBef>
              <a:spcAft>
                <a:spcPts val="0"/>
              </a:spcAft>
              <a:buClr>
                <a:schemeClr val="dk1"/>
              </a:buClr>
              <a:buSzPts val="1800"/>
              <a:buChar char="•"/>
              <a:defRPr/>
            </a:lvl7pPr>
            <a:lvl8pPr indent="-342900" lvl="7" marL="3657600" algn="l">
              <a:lnSpc>
                <a:spcPct val="90000"/>
              </a:lnSpc>
              <a:spcBef>
                <a:spcPts val="1800"/>
              </a:spcBef>
              <a:spcAft>
                <a:spcPts val="0"/>
              </a:spcAft>
              <a:buClr>
                <a:schemeClr val="dk1"/>
              </a:buClr>
              <a:buSzPts val="1800"/>
              <a:buChar char="•"/>
              <a:defRPr/>
            </a:lvl8pPr>
            <a:lvl9pPr indent="-342900" lvl="8" marL="4114800" algn="l">
              <a:lnSpc>
                <a:spcPct val="90000"/>
              </a:lnSpc>
              <a:spcBef>
                <a:spcPts val="1800"/>
              </a:spcBef>
              <a:spcAft>
                <a:spcPts val="0"/>
              </a:spcAft>
              <a:buClr>
                <a:schemeClr val="dk1"/>
              </a:buClr>
              <a:buSzPts val="1800"/>
              <a:buChar char="•"/>
              <a:defRPr/>
            </a:lvl9pPr>
          </a:lstStyle>
          <a:p/>
        </p:txBody>
      </p:sp>
      <p:sp>
        <p:nvSpPr>
          <p:cNvPr id="33" name="Google Shape;33;p6"/>
          <p:cNvSpPr txBox="1"/>
          <p:nvPr>
            <p:ph idx="10" type="dt"/>
          </p:nvPr>
        </p:nvSpPr>
        <p:spPr>
          <a:xfrm>
            <a:off x="2263140" y="30510487"/>
            <a:ext cx="7406640" cy="17526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6"/>
          <p:cNvSpPr txBox="1"/>
          <p:nvPr>
            <p:ph idx="11" type="ftr"/>
          </p:nvPr>
        </p:nvSpPr>
        <p:spPr>
          <a:xfrm>
            <a:off x="10904220" y="30510487"/>
            <a:ext cx="11109960" cy="17526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6"/>
          <p:cNvSpPr txBox="1"/>
          <p:nvPr>
            <p:ph idx="12" type="sldNum"/>
          </p:nvPr>
        </p:nvSpPr>
        <p:spPr>
          <a:xfrm>
            <a:off x="23248620" y="30510487"/>
            <a:ext cx="7406640" cy="17526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7"/>
          <p:cNvSpPr txBox="1"/>
          <p:nvPr>
            <p:ph type="title"/>
          </p:nvPr>
        </p:nvSpPr>
        <p:spPr>
          <a:xfrm>
            <a:off x="2267428" y="1752607"/>
            <a:ext cx="28392120" cy="6362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7"/>
          <p:cNvSpPr txBox="1"/>
          <p:nvPr>
            <p:ph idx="1" type="body"/>
          </p:nvPr>
        </p:nvSpPr>
        <p:spPr>
          <a:xfrm>
            <a:off x="2267431" y="8069582"/>
            <a:ext cx="13926024" cy="3954778"/>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3600"/>
              </a:spcBef>
              <a:spcAft>
                <a:spcPts val="0"/>
              </a:spcAft>
              <a:buClr>
                <a:schemeClr val="dk1"/>
              </a:buClr>
              <a:buSzPts val="8640"/>
              <a:buNone/>
              <a:defRPr b="1" sz="8640"/>
            </a:lvl1pPr>
            <a:lvl2pPr indent="-228600" lvl="1" marL="914400" algn="l">
              <a:lnSpc>
                <a:spcPct val="90000"/>
              </a:lnSpc>
              <a:spcBef>
                <a:spcPts val="1800"/>
              </a:spcBef>
              <a:spcAft>
                <a:spcPts val="0"/>
              </a:spcAft>
              <a:buClr>
                <a:schemeClr val="dk1"/>
              </a:buClr>
              <a:buSzPts val="7200"/>
              <a:buNone/>
              <a:defRPr b="1" sz="7200"/>
            </a:lvl2pPr>
            <a:lvl3pPr indent="-228600" lvl="2" marL="1371600" algn="l">
              <a:lnSpc>
                <a:spcPct val="90000"/>
              </a:lnSpc>
              <a:spcBef>
                <a:spcPts val="1800"/>
              </a:spcBef>
              <a:spcAft>
                <a:spcPts val="0"/>
              </a:spcAft>
              <a:buClr>
                <a:schemeClr val="dk1"/>
              </a:buClr>
              <a:buSzPts val="6480"/>
              <a:buNone/>
              <a:defRPr b="1" sz="6480"/>
            </a:lvl3pPr>
            <a:lvl4pPr indent="-228600" lvl="3" marL="1828800" algn="l">
              <a:lnSpc>
                <a:spcPct val="90000"/>
              </a:lnSpc>
              <a:spcBef>
                <a:spcPts val="1800"/>
              </a:spcBef>
              <a:spcAft>
                <a:spcPts val="0"/>
              </a:spcAft>
              <a:buClr>
                <a:schemeClr val="dk1"/>
              </a:buClr>
              <a:buSzPts val="5760"/>
              <a:buNone/>
              <a:defRPr b="1" sz="5760"/>
            </a:lvl4pPr>
            <a:lvl5pPr indent="-228600" lvl="4" marL="2286000" algn="l">
              <a:lnSpc>
                <a:spcPct val="90000"/>
              </a:lnSpc>
              <a:spcBef>
                <a:spcPts val="1800"/>
              </a:spcBef>
              <a:spcAft>
                <a:spcPts val="0"/>
              </a:spcAft>
              <a:buClr>
                <a:schemeClr val="dk1"/>
              </a:buClr>
              <a:buSzPts val="5760"/>
              <a:buNone/>
              <a:defRPr b="1" sz="5760"/>
            </a:lvl5pPr>
            <a:lvl6pPr indent="-228600" lvl="5" marL="2743200" algn="l">
              <a:lnSpc>
                <a:spcPct val="90000"/>
              </a:lnSpc>
              <a:spcBef>
                <a:spcPts val="1800"/>
              </a:spcBef>
              <a:spcAft>
                <a:spcPts val="0"/>
              </a:spcAft>
              <a:buClr>
                <a:schemeClr val="dk1"/>
              </a:buClr>
              <a:buSzPts val="5760"/>
              <a:buNone/>
              <a:defRPr b="1" sz="5760"/>
            </a:lvl6pPr>
            <a:lvl7pPr indent="-228600" lvl="6" marL="3200400" algn="l">
              <a:lnSpc>
                <a:spcPct val="90000"/>
              </a:lnSpc>
              <a:spcBef>
                <a:spcPts val="1800"/>
              </a:spcBef>
              <a:spcAft>
                <a:spcPts val="0"/>
              </a:spcAft>
              <a:buClr>
                <a:schemeClr val="dk1"/>
              </a:buClr>
              <a:buSzPts val="5760"/>
              <a:buNone/>
              <a:defRPr b="1" sz="5760"/>
            </a:lvl7pPr>
            <a:lvl8pPr indent="-228600" lvl="7" marL="3657600" algn="l">
              <a:lnSpc>
                <a:spcPct val="90000"/>
              </a:lnSpc>
              <a:spcBef>
                <a:spcPts val="1800"/>
              </a:spcBef>
              <a:spcAft>
                <a:spcPts val="0"/>
              </a:spcAft>
              <a:buClr>
                <a:schemeClr val="dk1"/>
              </a:buClr>
              <a:buSzPts val="5760"/>
              <a:buNone/>
              <a:defRPr b="1" sz="5760"/>
            </a:lvl8pPr>
            <a:lvl9pPr indent="-228600" lvl="8" marL="4114800" algn="l">
              <a:lnSpc>
                <a:spcPct val="90000"/>
              </a:lnSpc>
              <a:spcBef>
                <a:spcPts val="1800"/>
              </a:spcBef>
              <a:spcAft>
                <a:spcPts val="0"/>
              </a:spcAft>
              <a:buClr>
                <a:schemeClr val="dk1"/>
              </a:buClr>
              <a:buSzPts val="5760"/>
              <a:buNone/>
              <a:defRPr b="1" sz="5760"/>
            </a:lvl9pPr>
          </a:lstStyle>
          <a:p/>
        </p:txBody>
      </p:sp>
      <p:sp>
        <p:nvSpPr>
          <p:cNvPr id="39" name="Google Shape;39;p7"/>
          <p:cNvSpPr txBox="1"/>
          <p:nvPr>
            <p:ph idx="2" type="body"/>
          </p:nvPr>
        </p:nvSpPr>
        <p:spPr>
          <a:xfrm>
            <a:off x="2267431" y="12024360"/>
            <a:ext cx="13926024" cy="1768602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600"/>
              </a:spcBef>
              <a:spcAft>
                <a:spcPts val="0"/>
              </a:spcAft>
              <a:buClr>
                <a:schemeClr val="dk1"/>
              </a:buClr>
              <a:buSzPts val="1800"/>
              <a:buChar char="•"/>
              <a:defRPr/>
            </a:lvl1pPr>
            <a:lvl2pPr indent="-342900" lvl="1" marL="914400" algn="l">
              <a:lnSpc>
                <a:spcPct val="90000"/>
              </a:lnSpc>
              <a:spcBef>
                <a:spcPts val="1800"/>
              </a:spcBef>
              <a:spcAft>
                <a:spcPts val="0"/>
              </a:spcAft>
              <a:buClr>
                <a:schemeClr val="dk1"/>
              </a:buClr>
              <a:buSzPts val="1800"/>
              <a:buChar char="•"/>
              <a:defRPr/>
            </a:lvl2pPr>
            <a:lvl3pPr indent="-342900" lvl="2" marL="1371600" algn="l">
              <a:lnSpc>
                <a:spcPct val="90000"/>
              </a:lnSpc>
              <a:spcBef>
                <a:spcPts val="1800"/>
              </a:spcBef>
              <a:spcAft>
                <a:spcPts val="0"/>
              </a:spcAft>
              <a:buClr>
                <a:schemeClr val="dk1"/>
              </a:buClr>
              <a:buSzPts val="1800"/>
              <a:buChar char="•"/>
              <a:defRPr/>
            </a:lvl3pPr>
            <a:lvl4pPr indent="-342900" lvl="3" marL="1828800" algn="l">
              <a:lnSpc>
                <a:spcPct val="90000"/>
              </a:lnSpc>
              <a:spcBef>
                <a:spcPts val="1800"/>
              </a:spcBef>
              <a:spcAft>
                <a:spcPts val="0"/>
              </a:spcAft>
              <a:buClr>
                <a:schemeClr val="dk1"/>
              </a:buClr>
              <a:buSzPts val="1800"/>
              <a:buChar char="•"/>
              <a:defRPr/>
            </a:lvl4pPr>
            <a:lvl5pPr indent="-342900" lvl="4" marL="2286000" algn="l">
              <a:lnSpc>
                <a:spcPct val="90000"/>
              </a:lnSpc>
              <a:spcBef>
                <a:spcPts val="1800"/>
              </a:spcBef>
              <a:spcAft>
                <a:spcPts val="0"/>
              </a:spcAft>
              <a:buClr>
                <a:schemeClr val="dk1"/>
              </a:buClr>
              <a:buSzPts val="1800"/>
              <a:buChar char="•"/>
              <a:defRPr/>
            </a:lvl5pPr>
            <a:lvl6pPr indent="-342900" lvl="5" marL="2743200" algn="l">
              <a:lnSpc>
                <a:spcPct val="90000"/>
              </a:lnSpc>
              <a:spcBef>
                <a:spcPts val="1800"/>
              </a:spcBef>
              <a:spcAft>
                <a:spcPts val="0"/>
              </a:spcAft>
              <a:buClr>
                <a:schemeClr val="dk1"/>
              </a:buClr>
              <a:buSzPts val="1800"/>
              <a:buChar char="•"/>
              <a:defRPr/>
            </a:lvl6pPr>
            <a:lvl7pPr indent="-342900" lvl="6" marL="3200400" algn="l">
              <a:lnSpc>
                <a:spcPct val="90000"/>
              </a:lnSpc>
              <a:spcBef>
                <a:spcPts val="1800"/>
              </a:spcBef>
              <a:spcAft>
                <a:spcPts val="0"/>
              </a:spcAft>
              <a:buClr>
                <a:schemeClr val="dk1"/>
              </a:buClr>
              <a:buSzPts val="1800"/>
              <a:buChar char="•"/>
              <a:defRPr/>
            </a:lvl7pPr>
            <a:lvl8pPr indent="-342900" lvl="7" marL="3657600" algn="l">
              <a:lnSpc>
                <a:spcPct val="90000"/>
              </a:lnSpc>
              <a:spcBef>
                <a:spcPts val="1800"/>
              </a:spcBef>
              <a:spcAft>
                <a:spcPts val="0"/>
              </a:spcAft>
              <a:buClr>
                <a:schemeClr val="dk1"/>
              </a:buClr>
              <a:buSzPts val="1800"/>
              <a:buChar char="•"/>
              <a:defRPr/>
            </a:lvl8pPr>
            <a:lvl9pPr indent="-342900" lvl="8" marL="4114800" algn="l">
              <a:lnSpc>
                <a:spcPct val="90000"/>
              </a:lnSpc>
              <a:spcBef>
                <a:spcPts val="1800"/>
              </a:spcBef>
              <a:spcAft>
                <a:spcPts val="0"/>
              </a:spcAft>
              <a:buClr>
                <a:schemeClr val="dk1"/>
              </a:buClr>
              <a:buSzPts val="1800"/>
              <a:buChar char="•"/>
              <a:defRPr/>
            </a:lvl9pPr>
          </a:lstStyle>
          <a:p/>
        </p:txBody>
      </p:sp>
      <p:sp>
        <p:nvSpPr>
          <p:cNvPr id="40" name="Google Shape;40;p7"/>
          <p:cNvSpPr txBox="1"/>
          <p:nvPr>
            <p:ph idx="3" type="body"/>
          </p:nvPr>
        </p:nvSpPr>
        <p:spPr>
          <a:xfrm>
            <a:off x="16664942" y="8069582"/>
            <a:ext cx="13994608" cy="3954778"/>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3600"/>
              </a:spcBef>
              <a:spcAft>
                <a:spcPts val="0"/>
              </a:spcAft>
              <a:buClr>
                <a:schemeClr val="dk1"/>
              </a:buClr>
              <a:buSzPts val="8640"/>
              <a:buNone/>
              <a:defRPr b="1" sz="8640"/>
            </a:lvl1pPr>
            <a:lvl2pPr indent="-228600" lvl="1" marL="914400" algn="l">
              <a:lnSpc>
                <a:spcPct val="90000"/>
              </a:lnSpc>
              <a:spcBef>
                <a:spcPts val="1800"/>
              </a:spcBef>
              <a:spcAft>
                <a:spcPts val="0"/>
              </a:spcAft>
              <a:buClr>
                <a:schemeClr val="dk1"/>
              </a:buClr>
              <a:buSzPts val="7200"/>
              <a:buNone/>
              <a:defRPr b="1" sz="7200"/>
            </a:lvl2pPr>
            <a:lvl3pPr indent="-228600" lvl="2" marL="1371600" algn="l">
              <a:lnSpc>
                <a:spcPct val="90000"/>
              </a:lnSpc>
              <a:spcBef>
                <a:spcPts val="1800"/>
              </a:spcBef>
              <a:spcAft>
                <a:spcPts val="0"/>
              </a:spcAft>
              <a:buClr>
                <a:schemeClr val="dk1"/>
              </a:buClr>
              <a:buSzPts val="6480"/>
              <a:buNone/>
              <a:defRPr b="1" sz="6480"/>
            </a:lvl3pPr>
            <a:lvl4pPr indent="-228600" lvl="3" marL="1828800" algn="l">
              <a:lnSpc>
                <a:spcPct val="90000"/>
              </a:lnSpc>
              <a:spcBef>
                <a:spcPts val="1800"/>
              </a:spcBef>
              <a:spcAft>
                <a:spcPts val="0"/>
              </a:spcAft>
              <a:buClr>
                <a:schemeClr val="dk1"/>
              </a:buClr>
              <a:buSzPts val="5760"/>
              <a:buNone/>
              <a:defRPr b="1" sz="5760"/>
            </a:lvl4pPr>
            <a:lvl5pPr indent="-228600" lvl="4" marL="2286000" algn="l">
              <a:lnSpc>
                <a:spcPct val="90000"/>
              </a:lnSpc>
              <a:spcBef>
                <a:spcPts val="1800"/>
              </a:spcBef>
              <a:spcAft>
                <a:spcPts val="0"/>
              </a:spcAft>
              <a:buClr>
                <a:schemeClr val="dk1"/>
              </a:buClr>
              <a:buSzPts val="5760"/>
              <a:buNone/>
              <a:defRPr b="1" sz="5760"/>
            </a:lvl5pPr>
            <a:lvl6pPr indent="-228600" lvl="5" marL="2743200" algn="l">
              <a:lnSpc>
                <a:spcPct val="90000"/>
              </a:lnSpc>
              <a:spcBef>
                <a:spcPts val="1800"/>
              </a:spcBef>
              <a:spcAft>
                <a:spcPts val="0"/>
              </a:spcAft>
              <a:buClr>
                <a:schemeClr val="dk1"/>
              </a:buClr>
              <a:buSzPts val="5760"/>
              <a:buNone/>
              <a:defRPr b="1" sz="5760"/>
            </a:lvl6pPr>
            <a:lvl7pPr indent="-228600" lvl="6" marL="3200400" algn="l">
              <a:lnSpc>
                <a:spcPct val="90000"/>
              </a:lnSpc>
              <a:spcBef>
                <a:spcPts val="1800"/>
              </a:spcBef>
              <a:spcAft>
                <a:spcPts val="0"/>
              </a:spcAft>
              <a:buClr>
                <a:schemeClr val="dk1"/>
              </a:buClr>
              <a:buSzPts val="5760"/>
              <a:buNone/>
              <a:defRPr b="1" sz="5760"/>
            </a:lvl7pPr>
            <a:lvl8pPr indent="-228600" lvl="7" marL="3657600" algn="l">
              <a:lnSpc>
                <a:spcPct val="90000"/>
              </a:lnSpc>
              <a:spcBef>
                <a:spcPts val="1800"/>
              </a:spcBef>
              <a:spcAft>
                <a:spcPts val="0"/>
              </a:spcAft>
              <a:buClr>
                <a:schemeClr val="dk1"/>
              </a:buClr>
              <a:buSzPts val="5760"/>
              <a:buNone/>
              <a:defRPr b="1" sz="5760"/>
            </a:lvl8pPr>
            <a:lvl9pPr indent="-228600" lvl="8" marL="4114800" algn="l">
              <a:lnSpc>
                <a:spcPct val="90000"/>
              </a:lnSpc>
              <a:spcBef>
                <a:spcPts val="1800"/>
              </a:spcBef>
              <a:spcAft>
                <a:spcPts val="0"/>
              </a:spcAft>
              <a:buClr>
                <a:schemeClr val="dk1"/>
              </a:buClr>
              <a:buSzPts val="5760"/>
              <a:buNone/>
              <a:defRPr b="1" sz="5760"/>
            </a:lvl9pPr>
          </a:lstStyle>
          <a:p/>
        </p:txBody>
      </p:sp>
      <p:sp>
        <p:nvSpPr>
          <p:cNvPr id="41" name="Google Shape;41;p7"/>
          <p:cNvSpPr txBox="1"/>
          <p:nvPr>
            <p:ph idx="4" type="body"/>
          </p:nvPr>
        </p:nvSpPr>
        <p:spPr>
          <a:xfrm>
            <a:off x="16664942" y="12024360"/>
            <a:ext cx="13994608" cy="1768602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600"/>
              </a:spcBef>
              <a:spcAft>
                <a:spcPts val="0"/>
              </a:spcAft>
              <a:buClr>
                <a:schemeClr val="dk1"/>
              </a:buClr>
              <a:buSzPts val="1800"/>
              <a:buChar char="•"/>
              <a:defRPr/>
            </a:lvl1pPr>
            <a:lvl2pPr indent="-342900" lvl="1" marL="914400" algn="l">
              <a:lnSpc>
                <a:spcPct val="90000"/>
              </a:lnSpc>
              <a:spcBef>
                <a:spcPts val="1800"/>
              </a:spcBef>
              <a:spcAft>
                <a:spcPts val="0"/>
              </a:spcAft>
              <a:buClr>
                <a:schemeClr val="dk1"/>
              </a:buClr>
              <a:buSzPts val="1800"/>
              <a:buChar char="•"/>
              <a:defRPr/>
            </a:lvl2pPr>
            <a:lvl3pPr indent="-342900" lvl="2" marL="1371600" algn="l">
              <a:lnSpc>
                <a:spcPct val="90000"/>
              </a:lnSpc>
              <a:spcBef>
                <a:spcPts val="1800"/>
              </a:spcBef>
              <a:spcAft>
                <a:spcPts val="0"/>
              </a:spcAft>
              <a:buClr>
                <a:schemeClr val="dk1"/>
              </a:buClr>
              <a:buSzPts val="1800"/>
              <a:buChar char="•"/>
              <a:defRPr/>
            </a:lvl3pPr>
            <a:lvl4pPr indent="-342900" lvl="3" marL="1828800" algn="l">
              <a:lnSpc>
                <a:spcPct val="90000"/>
              </a:lnSpc>
              <a:spcBef>
                <a:spcPts val="1800"/>
              </a:spcBef>
              <a:spcAft>
                <a:spcPts val="0"/>
              </a:spcAft>
              <a:buClr>
                <a:schemeClr val="dk1"/>
              </a:buClr>
              <a:buSzPts val="1800"/>
              <a:buChar char="•"/>
              <a:defRPr/>
            </a:lvl4pPr>
            <a:lvl5pPr indent="-342900" lvl="4" marL="2286000" algn="l">
              <a:lnSpc>
                <a:spcPct val="90000"/>
              </a:lnSpc>
              <a:spcBef>
                <a:spcPts val="1800"/>
              </a:spcBef>
              <a:spcAft>
                <a:spcPts val="0"/>
              </a:spcAft>
              <a:buClr>
                <a:schemeClr val="dk1"/>
              </a:buClr>
              <a:buSzPts val="1800"/>
              <a:buChar char="•"/>
              <a:defRPr/>
            </a:lvl5pPr>
            <a:lvl6pPr indent="-342900" lvl="5" marL="2743200" algn="l">
              <a:lnSpc>
                <a:spcPct val="90000"/>
              </a:lnSpc>
              <a:spcBef>
                <a:spcPts val="1800"/>
              </a:spcBef>
              <a:spcAft>
                <a:spcPts val="0"/>
              </a:spcAft>
              <a:buClr>
                <a:schemeClr val="dk1"/>
              </a:buClr>
              <a:buSzPts val="1800"/>
              <a:buChar char="•"/>
              <a:defRPr/>
            </a:lvl6pPr>
            <a:lvl7pPr indent="-342900" lvl="6" marL="3200400" algn="l">
              <a:lnSpc>
                <a:spcPct val="90000"/>
              </a:lnSpc>
              <a:spcBef>
                <a:spcPts val="1800"/>
              </a:spcBef>
              <a:spcAft>
                <a:spcPts val="0"/>
              </a:spcAft>
              <a:buClr>
                <a:schemeClr val="dk1"/>
              </a:buClr>
              <a:buSzPts val="1800"/>
              <a:buChar char="•"/>
              <a:defRPr/>
            </a:lvl7pPr>
            <a:lvl8pPr indent="-342900" lvl="7" marL="3657600" algn="l">
              <a:lnSpc>
                <a:spcPct val="90000"/>
              </a:lnSpc>
              <a:spcBef>
                <a:spcPts val="1800"/>
              </a:spcBef>
              <a:spcAft>
                <a:spcPts val="0"/>
              </a:spcAft>
              <a:buClr>
                <a:schemeClr val="dk1"/>
              </a:buClr>
              <a:buSzPts val="1800"/>
              <a:buChar char="•"/>
              <a:defRPr/>
            </a:lvl8pPr>
            <a:lvl9pPr indent="-342900" lvl="8" marL="4114800" algn="l">
              <a:lnSpc>
                <a:spcPct val="90000"/>
              </a:lnSpc>
              <a:spcBef>
                <a:spcPts val="1800"/>
              </a:spcBef>
              <a:spcAft>
                <a:spcPts val="0"/>
              </a:spcAft>
              <a:buClr>
                <a:schemeClr val="dk1"/>
              </a:buClr>
              <a:buSzPts val="1800"/>
              <a:buChar char="•"/>
              <a:defRPr/>
            </a:lvl9pPr>
          </a:lstStyle>
          <a:p/>
        </p:txBody>
      </p:sp>
      <p:sp>
        <p:nvSpPr>
          <p:cNvPr id="42" name="Google Shape;42;p7"/>
          <p:cNvSpPr txBox="1"/>
          <p:nvPr>
            <p:ph idx="10" type="dt"/>
          </p:nvPr>
        </p:nvSpPr>
        <p:spPr>
          <a:xfrm>
            <a:off x="2263140" y="30510487"/>
            <a:ext cx="7406640" cy="17526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7"/>
          <p:cNvSpPr txBox="1"/>
          <p:nvPr>
            <p:ph idx="11" type="ftr"/>
          </p:nvPr>
        </p:nvSpPr>
        <p:spPr>
          <a:xfrm>
            <a:off x="10904220" y="30510487"/>
            <a:ext cx="11109960" cy="17526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7"/>
          <p:cNvSpPr txBox="1"/>
          <p:nvPr>
            <p:ph idx="12" type="sldNum"/>
          </p:nvPr>
        </p:nvSpPr>
        <p:spPr>
          <a:xfrm>
            <a:off x="23248620" y="30510487"/>
            <a:ext cx="7406640" cy="17526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8"/>
          <p:cNvSpPr txBox="1"/>
          <p:nvPr>
            <p:ph type="title"/>
          </p:nvPr>
        </p:nvSpPr>
        <p:spPr>
          <a:xfrm>
            <a:off x="2263140" y="1752607"/>
            <a:ext cx="28392120" cy="6362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8"/>
          <p:cNvSpPr txBox="1"/>
          <p:nvPr>
            <p:ph idx="10" type="dt"/>
          </p:nvPr>
        </p:nvSpPr>
        <p:spPr>
          <a:xfrm>
            <a:off x="2263140" y="30510487"/>
            <a:ext cx="7406640" cy="17526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8"/>
          <p:cNvSpPr txBox="1"/>
          <p:nvPr>
            <p:ph idx="11" type="ftr"/>
          </p:nvPr>
        </p:nvSpPr>
        <p:spPr>
          <a:xfrm>
            <a:off x="10904220" y="30510487"/>
            <a:ext cx="11109960" cy="17526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8"/>
          <p:cNvSpPr txBox="1"/>
          <p:nvPr>
            <p:ph idx="12" type="sldNum"/>
          </p:nvPr>
        </p:nvSpPr>
        <p:spPr>
          <a:xfrm>
            <a:off x="23248620" y="30510487"/>
            <a:ext cx="7406640" cy="17526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9"/>
          <p:cNvSpPr txBox="1"/>
          <p:nvPr>
            <p:ph idx="10" type="dt"/>
          </p:nvPr>
        </p:nvSpPr>
        <p:spPr>
          <a:xfrm>
            <a:off x="2263140" y="30510487"/>
            <a:ext cx="7406640" cy="17526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9"/>
          <p:cNvSpPr txBox="1"/>
          <p:nvPr>
            <p:ph idx="11" type="ftr"/>
          </p:nvPr>
        </p:nvSpPr>
        <p:spPr>
          <a:xfrm>
            <a:off x="10904220" y="30510487"/>
            <a:ext cx="11109960" cy="17526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9"/>
          <p:cNvSpPr txBox="1"/>
          <p:nvPr>
            <p:ph idx="12" type="sldNum"/>
          </p:nvPr>
        </p:nvSpPr>
        <p:spPr>
          <a:xfrm>
            <a:off x="23248620" y="30510487"/>
            <a:ext cx="7406640" cy="17526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0"/>
          <p:cNvSpPr txBox="1"/>
          <p:nvPr>
            <p:ph type="title"/>
          </p:nvPr>
        </p:nvSpPr>
        <p:spPr>
          <a:xfrm>
            <a:off x="2267428" y="2194560"/>
            <a:ext cx="10617041" cy="768096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1520"/>
              <a:buFont typeface="Calibri"/>
              <a:buNone/>
              <a:defRPr sz="1152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0"/>
          <p:cNvSpPr txBox="1"/>
          <p:nvPr>
            <p:ph idx="1" type="body"/>
          </p:nvPr>
        </p:nvSpPr>
        <p:spPr>
          <a:xfrm>
            <a:off x="13994608" y="4739647"/>
            <a:ext cx="16664940" cy="23393400"/>
          </a:xfrm>
          <a:prstGeom prst="rect">
            <a:avLst/>
          </a:prstGeom>
          <a:noFill/>
          <a:ln>
            <a:noFill/>
          </a:ln>
        </p:spPr>
        <p:txBody>
          <a:bodyPr anchorCtr="0" anchor="t" bIns="45700" lIns="91425" spcFirstLastPara="1" rIns="91425" wrap="square" tIns="45700">
            <a:normAutofit/>
          </a:bodyPr>
          <a:lstStyle>
            <a:lvl1pPr indent="-960120" lvl="0" marL="457200" algn="l">
              <a:lnSpc>
                <a:spcPct val="90000"/>
              </a:lnSpc>
              <a:spcBef>
                <a:spcPts val="3600"/>
              </a:spcBef>
              <a:spcAft>
                <a:spcPts val="0"/>
              </a:spcAft>
              <a:buClr>
                <a:schemeClr val="dk1"/>
              </a:buClr>
              <a:buSzPts val="11520"/>
              <a:buChar char="•"/>
              <a:defRPr sz="11520"/>
            </a:lvl1pPr>
            <a:lvl2pPr indent="-868680" lvl="1" marL="914400" algn="l">
              <a:lnSpc>
                <a:spcPct val="90000"/>
              </a:lnSpc>
              <a:spcBef>
                <a:spcPts val="1800"/>
              </a:spcBef>
              <a:spcAft>
                <a:spcPts val="0"/>
              </a:spcAft>
              <a:buClr>
                <a:schemeClr val="dk1"/>
              </a:buClr>
              <a:buSzPts val="10080"/>
              <a:buChar char="•"/>
              <a:defRPr sz="10080"/>
            </a:lvl2pPr>
            <a:lvl3pPr indent="-777240" lvl="2" marL="1371600" algn="l">
              <a:lnSpc>
                <a:spcPct val="90000"/>
              </a:lnSpc>
              <a:spcBef>
                <a:spcPts val="1800"/>
              </a:spcBef>
              <a:spcAft>
                <a:spcPts val="0"/>
              </a:spcAft>
              <a:buClr>
                <a:schemeClr val="dk1"/>
              </a:buClr>
              <a:buSzPts val="8640"/>
              <a:buChar char="•"/>
              <a:defRPr sz="8640"/>
            </a:lvl3pPr>
            <a:lvl4pPr indent="-685800" lvl="3" marL="1828800" algn="l">
              <a:lnSpc>
                <a:spcPct val="90000"/>
              </a:lnSpc>
              <a:spcBef>
                <a:spcPts val="1800"/>
              </a:spcBef>
              <a:spcAft>
                <a:spcPts val="0"/>
              </a:spcAft>
              <a:buClr>
                <a:schemeClr val="dk1"/>
              </a:buClr>
              <a:buSzPts val="7200"/>
              <a:buChar char="•"/>
              <a:defRPr sz="7200"/>
            </a:lvl4pPr>
            <a:lvl5pPr indent="-685800" lvl="4" marL="2286000" algn="l">
              <a:lnSpc>
                <a:spcPct val="90000"/>
              </a:lnSpc>
              <a:spcBef>
                <a:spcPts val="1800"/>
              </a:spcBef>
              <a:spcAft>
                <a:spcPts val="0"/>
              </a:spcAft>
              <a:buClr>
                <a:schemeClr val="dk1"/>
              </a:buClr>
              <a:buSzPts val="7200"/>
              <a:buChar char="•"/>
              <a:defRPr sz="7200"/>
            </a:lvl5pPr>
            <a:lvl6pPr indent="-685800" lvl="5" marL="2743200" algn="l">
              <a:lnSpc>
                <a:spcPct val="90000"/>
              </a:lnSpc>
              <a:spcBef>
                <a:spcPts val="1800"/>
              </a:spcBef>
              <a:spcAft>
                <a:spcPts val="0"/>
              </a:spcAft>
              <a:buClr>
                <a:schemeClr val="dk1"/>
              </a:buClr>
              <a:buSzPts val="7200"/>
              <a:buChar char="•"/>
              <a:defRPr sz="7200"/>
            </a:lvl6pPr>
            <a:lvl7pPr indent="-685800" lvl="6" marL="3200400" algn="l">
              <a:lnSpc>
                <a:spcPct val="90000"/>
              </a:lnSpc>
              <a:spcBef>
                <a:spcPts val="1800"/>
              </a:spcBef>
              <a:spcAft>
                <a:spcPts val="0"/>
              </a:spcAft>
              <a:buClr>
                <a:schemeClr val="dk1"/>
              </a:buClr>
              <a:buSzPts val="7200"/>
              <a:buChar char="•"/>
              <a:defRPr sz="7200"/>
            </a:lvl7pPr>
            <a:lvl8pPr indent="-685800" lvl="7" marL="3657600" algn="l">
              <a:lnSpc>
                <a:spcPct val="90000"/>
              </a:lnSpc>
              <a:spcBef>
                <a:spcPts val="1800"/>
              </a:spcBef>
              <a:spcAft>
                <a:spcPts val="0"/>
              </a:spcAft>
              <a:buClr>
                <a:schemeClr val="dk1"/>
              </a:buClr>
              <a:buSzPts val="7200"/>
              <a:buChar char="•"/>
              <a:defRPr sz="7200"/>
            </a:lvl8pPr>
            <a:lvl9pPr indent="-685800" lvl="8" marL="4114800" algn="l">
              <a:lnSpc>
                <a:spcPct val="90000"/>
              </a:lnSpc>
              <a:spcBef>
                <a:spcPts val="1800"/>
              </a:spcBef>
              <a:spcAft>
                <a:spcPts val="0"/>
              </a:spcAft>
              <a:buClr>
                <a:schemeClr val="dk1"/>
              </a:buClr>
              <a:buSzPts val="7200"/>
              <a:buChar char="•"/>
              <a:defRPr sz="7200"/>
            </a:lvl9pPr>
          </a:lstStyle>
          <a:p/>
        </p:txBody>
      </p:sp>
      <p:sp>
        <p:nvSpPr>
          <p:cNvPr id="57" name="Google Shape;57;p10"/>
          <p:cNvSpPr txBox="1"/>
          <p:nvPr>
            <p:ph idx="2" type="body"/>
          </p:nvPr>
        </p:nvSpPr>
        <p:spPr>
          <a:xfrm>
            <a:off x="2267428" y="9875520"/>
            <a:ext cx="10617041" cy="1829562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3600"/>
              </a:spcBef>
              <a:spcAft>
                <a:spcPts val="0"/>
              </a:spcAft>
              <a:buClr>
                <a:schemeClr val="dk1"/>
              </a:buClr>
              <a:buSzPts val="5760"/>
              <a:buNone/>
              <a:defRPr sz="5760"/>
            </a:lvl1pPr>
            <a:lvl2pPr indent="-228600" lvl="1" marL="914400" algn="l">
              <a:lnSpc>
                <a:spcPct val="90000"/>
              </a:lnSpc>
              <a:spcBef>
                <a:spcPts val="1800"/>
              </a:spcBef>
              <a:spcAft>
                <a:spcPts val="0"/>
              </a:spcAft>
              <a:buClr>
                <a:schemeClr val="dk1"/>
              </a:buClr>
              <a:buSzPts val="5040"/>
              <a:buNone/>
              <a:defRPr sz="5040"/>
            </a:lvl2pPr>
            <a:lvl3pPr indent="-228600" lvl="2" marL="1371600" algn="l">
              <a:lnSpc>
                <a:spcPct val="90000"/>
              </a:lnSpc>
              <a:spcBef>
                <a:spcPts val="1800"/>
              </a:spcBef>
              <a:spcAft>
                <a:spcPts val="0"/>
              </a:spcAft>
              <a:buClr>
                <a:schemeClr val="dk1"/>
              </a:buClr>
              <a:buSzPts val="4320"/>
              <a:buNone/>
              <a:defRPr sz="4320"/>
            </a:lvl3pPr>
            <a:lvl4pPr indent="-228600" lvl="3" marL="1828800" algn="l">
              <a:lnSpc>
                <a:spcPct val="90000"/>
              </a:lnSpc>
              <a:spcBef>
                <a:spcPts val="1800"/>
              </a:spcBef>
              <a:spcAft>
                <a:spcPts val="0"/>
              </a:spcAft>
              <a:buClr>
                <a:schemeClr val="dk1"/>
              </a:buClr>
              <a:buSzPts val="3600"/>
              <a:buNone/>
              <a:defRPr sz="3600"/>
            </a:lvl4pPr>
            <a:lvl5pPr indent="-228600" lvl="4" marL="2286000" algn="l">
              <a:lnSpc>
                <a:spcPct val="90000"/>
              </a:lnSpc>
              <a:spcBef>
                <a:spcPts val="1800"/>
              </a:spcBef>
              <a:spcAft>
                <a:spcPts val="0"/>
              </a:spcAft>
              <a:buClr>
                <a:schemeClr val="dk1"/>
              </a:buClr>
              <a:buSzPts val="3600"/>
              <a:buNone/>
              <a:defRPr sz="3600"/>
            </a:lvl5pPr>
            <a:lvl6pPr indent="-228600" lvl="5" marL="2743200" algn="l">
              <a:lnSpc>
                <a:spcPct val="90000"/>
              </a:lnSpc>
              <a:spcBef>
                <a:spcPts val="1800"/>
              </a:spcBef>
              <a:spcAft>
                <a:spcPts val="0"/>
              </a:spcAft>
              <a:buClr>
                <a:schemeClr val="dk1"/>
              </a:buClr>
              <a:buSzPts val="3600"/>
              <a:buNone/>
              <a:defRPr sz="3600"/>
            </a:lvl6pPr>
            <a:lvl7pPr indent="-228600" lvl="6" marL="3200400" algn="l">
              <a:lnSpc>
                <a:spcPct val="90000"/>
              </a:lnSpc>
              <a:spcBef>
                <a:spcPts val="1800"/>
              </a:spcBef>
              <a:spcAft>
                <a:spcPts val="0"/>
              </a:spcAft>
              <a:buClr>
                <a:schemeClr val="dk1"/>
              </a:buClr>
              <a:buSzPts val="3600"/>
              <a:buNone/>
              <a:defRPr sz="3600"/>
            </a:lvl7pPr>
            <a:lvl8pPr indent="-228600" lvl="7" marL="3657600" algn="l">
              <a:lnSpc>
                <a:spcPct val="90000"/>
              </a:lnSpc>
              <a:spcBef>
                <a:spcPts val="1800"/>
              </a:spcBef>
              <a:spcAft>
                <a:spcPts val="0"/>
              </a:spcAft>
              <a:buClr>
                <a:schemeClr val="dk1"/>
              </a:buClr>
              <a:buSzPts val="3600"/>
              <a:buNone/>
              <a:defRPr sz="3600"/>
            </a:lvl8pPr>
            <a:lvl9pPr indent="-228600" lvl="8" marL="4114800" algn="l">
              <a:lnSpc>
                <a:spcPct val="90000"/>
              </a:lnSpc>
              <a:spcBef>
                <a:spcPts val="1800"/>
              </a:spcBef>
              <a:spcAft>
                <a:spcPts val="0"/>
              </a:spcAft>
              <a:buClr>
                <a:schemeClr val="dk1"/>
              </a:buClr>
              <a:buSzPts val="3600"/>
              <a:buNone/>
              <a:defRPr sz="3600"/>
            </a:lvl9pPr>
          </a:lstStyle>
          <a:p/>
        </p:txBody>
      </p:sp>
      <p:sp>
        <p:nvSpPr>
          <p:cNvPr id="58" name="Google Shape;58;p10"/>
          <p:cNvSpPr txBox="1"/>
          <p:nvPr>
            <p:ph idx="10" type="dt"/>
          </p:nvPr>
        </p:nvSpPr>
        <p:spPr>
          <a:xfrm>
            <a:off x="2263140" y="30510487"/>
            <a:ext cx="7406640" cy="17526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0"/>
          <p:cNvSpPr txBox="1"/>
          <p:nvPr>
            <p:ph idx="11" type="ftr"/>
          </p:nvPr>
        </p:nvSpPr>
        <p:spPr>
          <a:xfrm>
            <a:off x="10904220" y="30510487"/>
            <a:ext cx="11109960" cy="17526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0"/>
          <p:cNvSpPr txBox="1"/>
          <p:nvPr>
            <p:ph idx="12" type="sldNum"/>
          </p:nvPr>
        </p:nvSpPr>
        <p:spPr>
          <a:xfrm>
            <a:off x="23248620" y="30510487"/>
            <a:ext cx="7406640" cy="17526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1"/>
          <p:cNvSpPr txBox="1"/>
          <p:nvPr>
            <p:ph type="title"/>
          </p:nvPr>
        </p:nvSpPr>
        <p:spPr>
          <a:xfrm>
            <a:off x="2267428" y="2194560"/>
            <a:ext cx="10617041" cy="768096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1520"/>
              <a:buFont typeface="Calibri"/>
              <a:buNone/>
              <a:defRPr sz="1152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1"/>
          <p:cNvSpPr/>
          <p:nvPr>
            <p:ph idx="2" type="pic"/>
          </p:nvPr>
        </p:nvSpPr>
        <p:spPr>
          <a:xfrm>
            <a:off x="13994608" y="4739647"/>
            <a:ext cx="16664940" cy="23393400"/>
          </a:xfrm>
          <a:prstGeom prst="rect">
            <a:avLst/>
          </a:prstGeom>
          <a:noFill/>
          <a:ln>
            <a:noFill/>
          </a:ln>
        </p:spPr>
      </p:sp>
      <p:sp>
        <p:nvSpPr>
          <p:cNvPr id="64" name="Google Shape;64;p11"/>
          <p:cNvSpPr txBox="1"/>
          <p:nvPr>
            <p:ph idx="1" type="body"/>
          </p:nvPr>
        </p:nvSpPr>
        <p:spPr>
          <a:xfrm>
            <a:off x="2267428" y="9875520"/>
            <a:ext cx="10617041" cy="1829562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3600"/>
              </a:spcBef>
              <a:spcAft>
                <a:spcPts val="0"/>
              </a:spcAft>
              <a:buClr>
                <a:schemeClr val="dk1"/>
              </a:buClr>
              <a:buSzPts val="5760"/>
              <a:buNone/>
              <a:defRPr sz="5760"/>
            </a:lvl1pPr>
            <a:lvl2pPr indent="-228600" lvl="1" marL="914400" algn="l">
              <a:lnSpc>
                <a:spcPct val="90000"/>
              </a:lnSpc>
              <a:spcBef>
                <a:spcPts val="1800"/>
              </a:spcBef>
              <a:spcAft>
                <a:spcPts val="0"/>
              </a:spcAft>
              <a:buClr>
                <a:schemeClr val="dk1"/>
              </a:buClr>
              <a:buSzPts val="5040"/>
              <a:buNone/>
              <a:defRPr sz="5040"/>
            </a:lvl2pPr>
            <a:lvl3pPr indent="-228600" lvl="2" marL="1371600" algn="l">
              <a:lnSpc>
                <a:spcPct val="90000"/>
              </a:lnSpc>
              <a:spcBef>
                <a:spcPts val="1800"/>
              </a:spcBef>
              <a:spcAft>
                <a:spcPts val="0"/>
              </a:spcAft>
              <a:buClr>
                <a:schemeClr val="dk1"/>
              </a:buClr>
              <a:buSzPts val="4320"/>
              <a:buNone/>
              <a:defRPr sz="4320"/>
            </a:lvl3pPr>
            <a:lvl4pPr indent="-228600" lvl="3" marL="1828800" algn="l">
              <a:lnSpc>
                <a:spcPct val="90000"/>
              </a:lnSpc>
              <a:spcBef>
                <a:spcPts val="1800"/>
              </a:spcBef>
              <a:spcAft>
                <a:spcPts val="0"/>
              </a:spcAft>
              <a:buClr>
                <a:schemeClr val="dk1"/>
              </a:buClr>
              <a:buSzPts val="3600"/>
              <a:buNone/>
              <a:defRPr sz="3600"/>
            </a:lvl4pPr>
            <a:lvl5pPr indent="-228600" lvl="4" marL="2286000" algn="l">
              <a:lnSpc>
                <a:spcPct val="90000"/>
              </a:lnSpc>
              <a:spcBef>
                <a:spcPts val="1800"/>
              </a:spcBef>
              <a:spcAft>
                <a:spcPts val="0"/>
              </a:spcAft>
              <a:buClr>
                <a:schemeClr val="dk1"/>
              </a:buClr>
              <a:buSzPts val="3600"/>
              <a:buNone/>
              <a:defRPr sz="3600"/>
            </a:lvl5pPr>
            <a:lvl6pPr indent="-228600" lvl="5" marL="2743200" algn="l">
              <a:lnSpc>
                <a:spcPct val="90000"/>
              </a:lnSpc>
              <a:spcBef>
                <a:spcPts val="1800"/>
              </a:spcBef>
              <a:spcAft>
                <a:spcPts val="0"/>
              </a:spcAft>
              <a:buClr>
                <a:schemeClr val="dk1"/>
              </a:buClr>
              <a:buSzPts val="3600"/>
              <a:buNone/>
              <a:defRPr sz="3600"/>
            </a:lvl6pPr>
            <a:lvl7pPr indent="-228600" lvl="6" marL="3200400" algn="l">
              <a:lnSpc>
                <a:spcPct val="90000"/>
              </a:lnSpc>
              <a:spcBef>
                <a:spcPts val="1800"/>
              </a:spcBef>
              <a:spcAft>
                <a:spcPts val="0"/>
              </a:spcAft>
              <a:buClr>
                <a:schemeClr val="dk1"/>
              </a:buClr>
              <a:buSzPts val="3600"/>
              <a:buNone/>
              <a:defRPr sz="3600"/>
            </a:lvl7pPr>
            <a:lvl8pPr indent="-228600" lvl="7" marL="3657600" algn="l">
              <a:lnSpc>
                <a:spcPct val="90000"/>
              </a:lnSpc>
              <a:spcBef>
                <a:spcPts val="1800"/>
              </a:spcBef>
              <a:spcAft>
                <a:spcPts val="0"/>
              </a:spcAft>
              <a:buClr>
                <a:schemeClr val="dk1"/>
              </a:buClr>
              <a:buSzPts val="3600"/>
              <a:buNone/>
              <a:defRPr sz="3600"/>
            </a:lvl8pPr>
            <a:lvl9pPr indent="-228600" lvl="8" marL="4114800" algn="l">
              <a:lnSpc>
                <a:spcPct val="90000"/>
              </a:lnSpc>
              <a:spcBef>
                <a:spcPts val="1800"/>
              </a:spcBef>
              <a:spcAft>
                <a:spcPts val="0"/>
              </a:spcAft>
              <a:buClr>
                <a:schemeClr val="dk1"/>
              </a:buClr>
              <a:buSzPts val="3600"/>
              <a:buNone/>
              <a:defRPr sz="3600"/>
            </a:lvl9pPr>
          </a:lstStyle>
          <a:p/>
        </p:txBody>
      </p:sp>
      <p:sp>
        <p:nvSpPr>
          <p:cNvPr id="65" name="Google Shape;65;p11"/>
          <p:cNvSpPr txBox="1"/>
          <p:nvPr>
            <p:ph idx="10" type="dt"/>
          </p:nvPr>
        </p:nvSpPr>
        <p:spPr>
          <a:xfrm>
            <a:off x="2263140" y="30510487"/>
            <a:ext cx="7406640" cy="17526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1"/>
          <p:cNvSpPr txBox="1"/>
          <p:nvPr>
            <p:ph idx="11" type="ftr"/>
          </p:nvPr>
        </p:nvSpPr>
        <p:spPr>
          <a:xfrm>
            <a:off x="10904220" y="30510487"/>
            <a:ext cx="11109960" cy="17526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1"/>
          <p:cNvSpPr txBox="1"/>
          <p:nvPr>
            <p:ph idx="12" type="sldNum"/>
          </p:nvPr>
        </p:nvSpPr>
        <p:spPr>
          <a:xfrm>
            <a:off x="23248620" y="30510487"/>
            <a:ext cx="7406640" cy="17526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2"/>
          <p:cNvSpPr txBox="1"/>
          <p:nvPr>
            <p:ph type="title"/>
          </p:nvPr>
        </p:nvSpPr>
        <p:spPr>
          <a:xfrm>
            <a:off x="2263140" y="1752607"/>
            <a:ext cx="28392120" cy="6362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2"/>
          <p:cNvSpPr txBox="1"/>
          <p:nvPr>
            <p:ph idx="1" type="body"/>
          </p:nvPr>
        </p:nvSpPr>
        <p:spPr>
          <a:xfrm rot="5400000">
            <a:off x="6015989" y="5010151"/>
            <a:ext cx="20886422" cy="2839212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600"/>
              </a:spcBef>
              <a:spcAft>
                <a:spcPts val="0"/>
              </a:spcAft>
              <a:buClr>
                <a:schemeClr val="dk1"/>
              </a:buClr>
              <a:buSzPts val="1800"/>
              <a:buChar char="•"/>
              <a:defRPr/>
            </a:lvl1pPr>
            <a:lvl2pPr indent="-342900" lvl="1" marL="914400" algn="l">
              <a:lnSpc>
                <a:spcPct val="90000"/>
              </a:lnSpc>
              <a:spcBef>
                <a:spcPts val="1800"/>
              </a:spcBef>
              <a:spcAft>
                <a:spcPts val="0"/>
              </a:spcAft>
              <a:buClr>
                <a:schemeClr val="dk1"/>
              </a:buClr>
              <a:buSzPts val="1800"/>
              <a:buChar char="•"/>
              <a:defRPr/>
            </a:lvl2pPr>
            <a:lvl3pPr indent="-342900" lvl="2" marL="1371600" algn="l">
              <a:lnSpc>
                <a:spcPct val="90000"/>
              </a:lnSpc>
              <a:spcBef>
                <a:spcPts val="1800"/>
              </a:spcBef>
              <a:spcAft>
                <a:spcPts val="0"/>
              </a:spcAft>
              <a:buClr>
                <a:schemeClr val="dk1"/>
              </a:buClr>
              <a:buSzPts val="1800"/>
              <a:buChar char="•"/>
              <a:defRPr/>
            </a:lvl3pPr>
            <a:lvl4pPr indent="-342900" lvl="3" marL="1828800" algn="l">
              <a:lnSpc>
                <a:spcPct val="90000"/>
              </a:lnSpc>
              <a:spcBef>
                <a:spcPts val="1800"/>
              </a:spcBef>
              <a:spcAft>
                <a:spcPts val="0"/>
              </a:spcAft>
              <a:buClr>
                <a:schemeClr val="dk1"/>
              </a:buClr>
              <a:buSzPts val="1800"/>
              <a:buChar char="•"/>
              <a:defRPr/>
            </a:lvl4pPr>
            <a:lvl5pPr indent="-342900" lvl="4" marL="2286000" algn="l">
              <a:lnSpc>
                <a:spcPct val="90000"/>
              </a:lnSpc>
              <a:spcBef>
                <a:spcPts val="1800"/>
              </a:spcBef>
              <a:spcAft>
                <a:spcPts val="0"/>
              </a:spcAft>
              <a:buClr>
                <a:schemeClr val="dk1"/>
              </a:buClr>
              <a:buSzPts val="1800"/>
              <a:buChar char="•"/>
              <a:defRPr/>
            </a:lvl5pPr>
            <a:lvl6pPr indent="-342900" lvl="5" marL="2743200" algn="l">
              <a:lnSpc>
                <a:spcPct val="90000"/>
              </a:lnSpc>
              <a:spcBef>
                <a:spcPts val="1800"/>
              </a:spcBef>
              <a:spcAft>
                <a:spcPts val="0"/>
              </a:spcAft>
              <a:buClr>
                <a:schemeClr val="dk1"/>
              </a:buClr>
              <a:buSzPts val="1800"/>
              <a:buChar char="•"/>
              <a:defRPr/>
            </a:lvl6pPr>
            <a:lvl7pPr indent="-342900" lvl="6" marL="3200400" algn="l">
              <a:lnSpc>
                <a:spcPct val="90000"/>
              </a:lnSpc>
              <a:spcBef>
                <a:spcPts val="1800"/>
              </a:spcBef>
              <a:spcAft>
                <a:spcPts val="0"/>
              </a:spcAft>
              <a:buClr>
                <a:schemeClr val="dk1"/>
              </a:buClr>
              <a:buSzPts val="1800"/>
              <a:buChar char="•"/>
              <a:defRPr/>
            </a:lvl7pPr>
            <a:lvl8pPr indent="-342900" lvl="7" marL="3657600" algn="l">
              <a:lnSpc>
                <a:spcPct val="90000"/>
              </a:lnSpc>
              <a:spcBef>
                <a:spcPts val="1800"/>
              </a:spcBef>
              <a:spcAft>
                <a:spcPts val="0"/>
              </a:spcAft>
              <a:buClr>
                <a:schemeClr val="dk1"/>
              </a:buClr>
              <a:buSzPts val="1800"/>
              <a:buChar char="•"/>
              <a:defRPr/>
            </a:lvl8pPr>
            <a:lvl9pPr indent="-342900" lvl="8" marL="4114800" algn="l">
              <a:lnSpc>
                <a:spcPct val="90000"/>
              </a:lnSpc>
              <a:spcBef>
                <a:spcPts val="1800"/>
              </a:spcBef>
              <a:spcAft>
                <a:spcPts val="0"/>
              </a:spcAft>
              <a:buClr>
                <a:schemeClr val="dk1"/>
              </a:buClr>
              <a:buSzPts val="1800"/>
              <a:buChar char="•"/>
              <a:defRPr/>
            </a:lvl9pPr>
          </a:lstStyle>
          <a:p/>
        </p:txBody>
      </p:sp>
      <p:sp>
        <p:nvSpPr>
          <p:cNvPr id="71" name="Google Shape;71;p12"/>
          <p:cNvSpPr txBox="1"/>
          <p:nvPr>
            <p:ph idx="10" type="dt"/>
          </p:nvPr>
        </p:nvSpPr>
        <p:spPr>
          <a:xfrm>
            <a:off x="2263140" y="30510487"/>
            <a:ext cx="7406640" cy="17526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2"/>
          <p:cNvSpPr txBox="1"/>
          <p:nvPr>
            <p:ph idx="11" type="ftr"/>
          </p:nvPr>
        </p:nvSpPr>
        <p:spPr>
          <a:xfrm>
            <a:off x="10904220" y="30510487"/>
            <a:ext cx="11109960" cy="17526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2"/>
          <p:cNvSpPr txBox="1"/>
          <p:nvPr>
            <p:ph idx="12" type="sldNum"/>
          </p:nvPr>
        </p:nvSpPr>
        <p:spPr>
          <a:xfrm>
            <a:off x="23248620" y="30510487"/>
            <a:ext cx="7406640" cy="17526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3"/>
          <p:cNvSpPr txBox="1"/>
          <p:nvPr>
            <p:ph type="title"/>
          </p:nvPr>
        </p:nvSpPr>
        <p:spPr>
          <a:xfrm rot="5400000">
            <a:off x="13157836" y="12151996"/>
            <a:ext cx="27896822" cy="709803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3"/>
          <p:cNvSpPr txBox="1"/>
          <p:nvPr>
            <p:ph idx="1" type="body"/>
          </p:nvPr>
        </p:nvSpPr>
        <p:spPr>
          <a:xfrm rot="5400000">
            <a:off x="-1243964" y="5259706"/>
            <a:ext cx="27896822" cy="2088261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600"/>
              </a:spcBef>
              <a:spcAft>
                <a:spcPts val="0"/>
              </a:spcAft>
              <a:buClr>
                <a:schemeClr val="dk1"/>
              </a:buClr>
              <a:buSzPts val="1800"/>
              <a:buChar char="•"/>
              <a:defRPr/>
            </a:lvl1pPr>
            <a:lvl2pPr indent="-342900" lvl="1" marL="914400" algn="l">
              <a:lnSpc>
                <a:spcPct val="90000"/>
              </a:lnSpc>
              <a:spcBef>
                <a:spcPts val="1800"/>
              </a:spcBef>
              <a:spcAft>
                <a:spcPts val="0"/>
              </a:spcAft>
              <a:buClr>
                <a:schemeClr val="dk1"/>
              </a:buClr>
              <a:buSzPts val="1800"/>
              <a:buChar char="•"/>
              <a:defRPr/>
            </a:lvl2pPr>
            <a:lvl3pPr indent="-342900" lvl="2" marL="1371600" algn="l">
              <a:lnSpc>
                <a:spcPct val="90000"/>
              </a:lnSpc>
              <a:spcBef>
                <a:spcPts val="1800"/>
              </a:spcBef>
              <a:spcAft>
                <a:spcPts val="0"/>
              </a:spcAft>
              <a:buClr>
                <a:schemeClr val="dk1"/>
              </a:buClr>
              <a:buSzPts val="1800"/>
              <a:buChar char="•"/>
              <a:defRPr/>
            </a:lvl3pPr>
            <a:lvl4pPr indent="-342900" lvl="3" marL="1828800" algn="l">
              <a:lnSpc>
                <a:spcPct val="90000"/>
              </a:lnSpc>
              <a:spcBef>
                <a:spcPts val="1800"/>
              </a:spcBef>
              <a:spcAft>
                <a:spcPts val="0"/>
              </a:spcAft>
              <a:buClr>
                <a:schemeClr val="dk1"/>
              </a:buClr>
              <a:buSzPts val="1800"/>
              <a:buChar char="•"/>
              <a:defRPr/>
            </a:lvl4pPr>
            <a:lvl5pPr indent="-342900" lvl="4" marL="2286000" algn="l">
              <a:lnSpc>
                <a:spcPct val="90000"/>
              </a:lnSpc>
              <a:spcBef>
                <a:spcPts val="1800"/>
              </a:spcBef>
              <a:spcAft>
                <a:spcPts val="0"/>
              </a:spcAft>
              <a:buClr>
                <a:schemeClr val="dk1"/>
              </a:buClr>
              <a:buSzPts val="1800"/>
              <a:buChar char="•"/>
              <a:defRPr/>
            </a:lvl5pPr>
            <a:lvl6pPr indent="-342900" lvl="5" marL="2743200" algn="l">
              <a:lnSpc>
                <a:spcPct val="90000"/>
              </a:lnSpc>
              <a:spcBef>
                <a:spcPts val="1800"/>
              </a:spcBef>
              <a:spcAft>
                <a:spcPts val="0"/>
              </a:spcAft>
              <a:buClr>
                <a:schemeClr val="dk1"/>
              </a:buClr>
              <a:buSzPts val="1800"/>
              <a:buChar char="•"/>
              <a:defRPr/>
            </a:lvl6pPr>
            <a:lvl7pPr indent="-342900" lvl="6" marL="3200400" algn="l">
              <a:lnSpc>
                <a:spcPct val="90000"/>
              </a:lnSpc>
              <a:spcBef>
                <a:spcPts val="1800"/>
              </a:spcBef>
              <a:spcAft>
                <a:spcPts val="0"/>
              </a:spcAft>
              <a:buClr>
                <a:schemeClr val="dk1"/>
              </a:buClr>
              <a:buSzPts val="1800"/>
              <a:buChar char="•"/>
              <a:defRPr/>
            </a:lvl7pPr>
            <a:lvl8pPr indent="-342900" lvl="7" marL="3657600" algn="l">
              <a:lnSpc>
                <a:spcPct val="90000"/>
              </a:lnSpc>
              <a:spcBef>
                <a:spcPts val="1800"/>
              </a:spcBef>
              <a:spcAft>
                <a:spcPts val="0"/>
              </a:spcAft>
              <a:buClr>
                <a:schemeClr val="dk1"/>
              </a:buClr>
              <a:buSzPts val="1800"/>
              <a:buChar char="•"/>
              <a:defRPr/>
            </a:lvl8pPr>
            <a:lvl9pPr indent="-342900" lvl="8" marL="4114800" algn="l">
              <a:lnSpc>
                <a:spcPct val="90000"/>
              </a:lnSpc>
              <a:spcBef>
                <a:spcPts val="1800"/>
              </a:spcBef>
              <a:spcAft>
                <a:spcPts val="0"/>
              </a:spcAft>
              <a:buClr>
                <a:schemeClr val="dk1"/>
              </a:buClr>
              <a:buSzPts val="1800"/>
              <a:buChar char="•"/>
              <a:defRPr/>
            </a:lvl9pPr>
          </a:lstStyle>
          <a:p/>
        </p:txBody>
      </p:sp>
      <p:sp>
        <p:nvSpPr>
          <p:cNvPr id="77" name="Google Shape;77;p13"/>
          <p:cNvSpPr txBox="1"/>
          <p:nvPr>
            <p:ph idx="10" type="dt"/>
          </p:nvPr>
        </p:nvSpPr>
        <p:spPr>
          <a:xfrm>
            <a:off x="2263140" y="30510487"/>
            <a:ext cx="7406640" cy="17526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3"/>
          <p:cNvSpPr txBox="1"/>
          <p:nvPr>
            <p:ph idx="11" type="ftr"/>
          </p:nvPr>
        </p:nvSpPr>
        <p:spPr>
          <a:xfrm>
            <a:off x="10904220" y="30510487"/>
            <a:ext cx="11109960" cy="17526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3"/>
          <p:cNvSpPr txBox="1"/>
          <p:nvPr>
            <p:ph idx="12" type="sldNum"/>
          </p:nvPr>
        </p:nvSpPr>
        <p:spPr>
          <a:xfrm>
            <a:off x="23248620" y="30510487"/>
            <a:ext cx="7406640" cy="17526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
          <p:cNvSpPr txBox="1"/>
          <p:nvPr>
            <p:ph type="title"/>
          </p:nvPr>
        </p:nvSpPr>
        <p:spPr>
          <a:xfrm>
            <a:off x="2263140" y="1752607"/>
            <a:ext cx="28392120" cy="636270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15840"/>
              <a:buFont typeface="Calibri"/>
              <a:buNone/>
              <a:defRPr b="0" i="0" sz="15839"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2"/>
          <p:cNvSpPr txBox="1"/>
          <p:nvPr>
            <p:ph idx="1" type="body"/>
          </p:nvPr>
        </p:nvSpPr>
        <p:spPr>
          <a:xfrm>
            <a:off x="2263140" y="8763000"/>
            <a:ext cx="28392120" cy="20886422"/>
          </a:xfrm>
          <a:prstGeom prst="rect">
            <a:avLst/>
          </a:prstGeom>
          <a:noFill/>
          <a:ln>
            <a:noFill/>
          </a:ln>
        </p:spPr>
        <p:txBody>
          <a:bodyPr anchorCtr="0" anchor="t" bIns="45700" lIns="91425" spcFirstLastPara="1" rIns="91425" wrap="square" tIns="45700">
            <a:normAutofit/>
          </a:bodyPr>
          <a:lstStyle>
            <a:lvl1pPr indent="-868680" lvl="0" marL="457200" marR="0" rtl="0" algn="l">
              <a:lnSpc>
                <a:spcPct val="90000"/>
              </a:lnSpc>
              <a:spcBef>
                <a:spcPts val="3600"/>
              </a:spcBef>
              <a:spcAft>
                <a:spcPts val="0"/>
              </a:spcAft>
              <a:buClr>
                <a:schemeClr val="dk1"/>
              </a:buClr>
              <a:buSzPts val="10080"/>
              <a:buFont typeface="Arial"/>
              <a:buChar char="•"/>
              <a:defRPr b="0" i="0" sz="10080" u="none" cap="none" strike="noStrike">
                <a:solidFill>
                  <a:schemeClr val="dk1"/>
                </a:solidFill>
                <a:latin typeface="Calibri"/>
                <a:ea typeface="Calibri"/>
                <a:cs typeface="Calibri"/>
                <a:sym typeface="Calibri"/>
              </a:defRPr>
            </a:lvl1pPr>
            <a:lvl2pPr indent="-777240" lvl="1" marL="914400" marR="0" rtl="0" algn="l">
              <a:lnSpc>
                <a:spcPct val="90000"/>
              </a:lnSpc>
              <a:spcBef>
                <a:spcPts val="1800"/>
              </a:spcBef>
              <a:spcAft>
                <a:spcPts val="0"/>
              </a:spcAft>
              <a:buClr>
                <a:schemeClr val="dk1"/>
              </a:buClr>
              <a:buSzPts val="8640"/>
              <a:buFont typeface="Arial"/>
              <a:buChar char="•"/>
              <a:defRPr b="0" i="0" sz="8640" u="none" cap="none" strike="noStrike">
                <a:solidFill>
                  <a:schemeClr val="dk1"/>
                </a:solidFill>
                <a:latin typeface="Calibri"/>
                <a:ea typeface="Calibri"/>
                <a:cs typeface="Calibri"/>
                <a:sym typeface="Calibri"/>
              </a:defRPr>
            </a:lvl2pPr>
            <a:lvl3pPr indent="-685800" lvl="2" marL="1371600" marR="0" rtl="0" algn="l">
              <a:lnSpc>
                <a:spcPct val="90000"/>
              </a:lnSpc>
              <a:spcBef>
                <a:spcPts val="18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3pPr>
            <a:lvl4pPr indent="-640080" lvl="3" marL="1828800" marR="0" rtl="0" algn="l">
              <a:lnSpc>
                <a:spcPct val="90000"/>
              </a:lnSpc>
              <a:spcBef>
                <a:spcPts val="1800"/>
              </a:spcBef>
              <a:spcAft>
                <a:spcPts val="0"/>
              </a:spcAft>
              <a:buClr>
                <a:schemeClr val="dk1"/>
              </a:buClr>
              <a:buSzPts val="6480"/>
              <a:buFont typeface="Arial"/>
              <a:buChar char="•"/>
              <a:defRPr b="0" i="0" sz="6480" u="none" cap="none" strike="noStrike">
                <a:solidFill>
                  <a:schemeClr val="dk1"/>
                </a:solidFill>
                <a:latin typeface="Calibri"/>
                <a:ea typeface="Calibri"/>
                <a:cs typeface="Calibri"/>
                <a:sym typeface="Calibri"/>
              </a:defRPr>
            </a:lvl4pPr>
            <a:lvl5pPr indent="-640079" lvl="4" marL="2286000" marR="0" rtl="0" algn="l">
              <a:lnSpc>
                <a:spcPct val="90000"/>
              </a:lnSpc>
              <a:spcBef>
                <a:spcPts val="1800"/>
              </a:spcBef>
              <a:spcAft>
                <a:spcPts val="0"/>
              </a:spcAft>
              <a:buClr>
                <a:schemeClr val="dk1"/>
              </a:buClr>
              <a:buSzPts val="6480"/>
              <a:buFont typeface="Arial"/>
              <a:buChar char="•"/>
              <a:defRPr b="0" i="0" sz="6480" u="none" cap="none" strike="noStrike">
                <a:solidFill>
                  <a:schemeClr val="dk1"/>
                </a:solidFill>
                <a:latin typeface="Calibri"/>
                <a:ea typeface="Calibri"/>
                <a:cs typeface="Calibri"/>
                <a:sym typeface="Calibri"/>
              </a:defRPr>
            </a:lvl5pPr>
            <a:lvl6pPr indent="-640079" lvl="5" marL="2743200" marR="0" rtl="0" algn="l">
              <a:lnSpc>
                <a:spcPct val="90000"/>
              </a:lnSpc>
              <a:spcBef>
                <a:spcPts val="1800"/>
              </a:spcBef>
              <a:spcAft>
                <a:spcPts val="0"/>
              </a:spcAft>
              <a:buClr>
                <a:schemeClr val="dk1"/>
              </a:buClr>
              <a:buSzPts val="6480"/>
              <a:buFont typeface="Arial"/>
              <a:buChar char="•"/>
              <a:defRPr b="0" i="0" sz="6480" u="none" cap="none" strike="noStrike">
                <a:solidFill>
                  <a:schemeClr val="dk1"/>
                </a:solidFill>
                <a:latin typeface="Calibri"/>
                <a:ea typeface="Calibri"/>
                <a:cs typeface="Calibri"/>
                <a:sym typeface="Calibri"/>
              </a:defRPr>
            </a:lvl6pPr>
            <a:lvl7pPr indent="-640079" lvl="6" marL="3200400" marR="0" rtl="0" algn="l">
              <a:lnSpc>
                <a:spcPct val="90000"/>
              </a:lnSpc>
              <a:spcBef>
                <a:spcPts val="1800"/>
              </a:spcBef>
              <a:spcAft>
                <a:spcPts val="0"/>
              </a:spcAft>
              <a:buClr>
                <a:schemeClr val="dk1"/>
              </a:buClr>
              <a:buSzPts val="6480"/>
              <a:buFont typeface="Arial"/>
              <a:buChar char="•"/>
              <a:defRPr b="0" i="0" sz="6480" u="none" cap="none" strike="noStrike">
                <a:solidFill>
                  <a:schemeClr val="dk1"/>
                </a:solidFill>
                <a:latin typeface="Calibri"/>
                <a:ea typeface="Calibri"/>
                <a:cs typeface="Calibri"/>
                <a:sym typeface="Calibri"/>
              </a:defRPr>
            </a:lvl7pPr>
            <a:lvl8pPr indent="-640079" lvl="7" marL="3657600" marR="0" rtl="0" algn="l">
              <a:lnSpc>
                <a:spcPct val="90000"/>
              </a:lnSpc>
              <a:spcBef>
                <a:spcPts val="1800"/>
              </a:spcBef>
              <a:spcAft>
                <a:spcPts val="0"/>
              </a:spcAft>
              <a:buClr>
                <a:schemeClr val="dk1"/>
              </a:buClr>
              <a:buSzPts val="6480"/>
              <a:buFont typeface="Arial"/>
              <a:buChar char="•"/>
              <a:defRPr b="0" i="0" sz="6480" u="none" cap="none" strike="noStrike">
                <a:solidFill>
                  <a:schemeClr val="dk1"/>
                </a:solidFill>
                <a:latin typeface="Calibri"/>
                <a:ea typeface="Calibri"/>
                <a:cs typeface="Calibri"/>
                <a:sym typeface="Calibri"/>
              </a:defRPr>
            </a:lvl8pPr>
            <a:lvl9pPr indent="-640079" lvl="8" marL="4114800" marR="0" rtl="0" algn="l">
              <a:lnSpc>
                <a:spcPct val="90000"/>
              </a:lnSpc>
              <a:spcBef>
                <a:spcPts val="1800"/>
              </a:spcBef>
              <a:spcAft>
                <a:spcPts val="0"/>
              </a:spcAft>
              <a:buClr>
                <a:schemeClr val="dk1"/>
              </a:buClr>
              <a:buSzPts val="6480"/>
              <a:buFont typeface="Arial"/>
              <a:buChar char="•"/>
              <a:defRPr b="0" i="0" sz="6480" u="none" cap="none" strike="noStrike">
                <a:solidFill>
                  <a:schemeClr val="dk1"/>
                </a:solidFill>
                <a:latin typeface="Calibri"/>
                <a:ea typeface="Calibri"/>
                <a:cs typeface="Calibri"/>
                <a:sym typeface="Calibri"/>
              </a:defRPr>
            </a:lvl9pPr>
          </a:lstStyle>
          <a:p/>
        </p:txBody>
      </p:sp>
      <p:sp>
        <p:nvSpPr>
          <p:cNvPr id="8" name="Google Shape;8;p2"/>
          <p:cNvSpPr txBox="1"/>
          <p:nvPr>
            <p:ph idx="10" type="dt"/>
          </p:nvPr>
        </p:nvSpPr>
        <p:spPr>
          <a:xfrm>
            <a:off x="2263140" y="30510487"/>
            <a:ext cx="7406640" cy="17526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432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6221"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6221"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6221"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6221"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6221"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6221"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6221"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6221" u="none" cap="none" strike="noStrike">
                <a:solidFill>
                  <a:schemeClr val="dk1"/>
                </a:solidFill>
                <a:latin typeface="Calibri"/>
                <a:ea typeface="Calibri"/>
                <a:cs typeface="Calibri"/>
                <a:sym typeface="Calibri"/>
              </a:defRPr>
            </a:lvl9pPr>
          </a:lstStyle>
          <a:p/>
        </p:txBody>
      </p:sp>
      <p:sp>
        <p:nvSpPr>
          <p:cNvPr id="9" name="Google Shape;9;p2"/>
          <p:cNvSpPr txBox="1"/>
          <p:nvPr>
            <p:ph idx="11" type="ftr"/>
          </p:nvPr>
        </p:nvSpPr>
        <p:spPr>
          <a:xfrm>
            <a:off x="10904220" y="30510487"/>
            <a:ext cx="11109960" cy="17526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32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6221"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6221"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6221"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6221"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6221"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6221"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6221"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6221" u="none" cap="none" strike="noStrike">
                <a:solidFill>
                  <a:schemeClr val="dk1"/>
                </a:solidFill>
                <a:latin typeface="Calibri"/>
                <a:ea typeface="Calibri"/>
                <a:cs typeface="Calibri"/>
                <a:sym typeface="Calibri"/>
              </a:defRPr>
            </a:lvl9pPr>
          </a:lstStyle>
          <a:p/>
        </p:txBody>
      </p:sp>
      <p:sp>
        <p:nvSpPr>
          <p:cNvPr id="10" name="Google Shape;10;p2"/>
          <p:cNvSpPr txBox="1"/>
          <p:nvPr>
            <p:ph idx="12" type="sldNum"/>
          </p:nvPr>
        </p:nvSpPr>
        <p:spPr>
          <a:xfrm>
            <a:off x="23248620" y="30510487"/>
            <a:ext cx="7406640" cy="17526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4320"/>
              <a:buFont typeface="Arial"/>
              <a:buNone/>
              <a:defRPr b="0" i="0" sz="432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image" Target="../media/image5.png"/><Relationship Id="rId10" Type="http://schemas.openxmlformats.org/officeDocument/2006/relationships/image" Target="../media/image7.png"/><Relationship Id="rId13" Type="http://schemas.openxmlformats.org/officeDocument/2006/relationships/image" Target="../media/image3.png"/><Relationship Id="rId12" Type="http://schemas.openxmlformats.org/officeDocument/2006/relationships/image" Target="../media/image6.pn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11.jpg"/><Relationship Id="rId9" Type="http://schemas.openxmlformats.org/officeDocument/2006/relationships/image" Target="../media/image4.png"/><Relationship Id="rId15" Type="http://schemas.openxmlformats.org/officeDocument/2006/relationships/image" Target="../media/image8.png"/><Relationship Id="rId14" Type="http://schemas.openxmlformats.org/officeDocument/2006/relationships/image" Target="../media/image2.png"/><Relationship Id="rId5" Type="http://schemas.openxmlformats.org/officeDocument/2006/relationships/image" Target="../media/image9.jpg"/><Relationship Id="rId6" Type="http://schemas.openxmlformats.org/officeDocument/2006/relationships/image" Target="../media/image13.jpg"/><Relationship Id="rId7" Type="http://schemas.openxmlformats.org/officeDocument/2006/relationships/image" Target="../media/image10.jpg"/><Relationship Id="rId8" Type="http://schemas.openxmlformats.org/officeDocument/2006/relationships/image" Target="../media/image1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0" y="0"/>
            <a:ext cx="32918400" cy="3553776"/>
          </a:xfrm>
          <a:prstGeom prst="rect">
            <a:avLst/>
          </a:prstGeom>
          <a:gradFill>
            <a:gsLst>
              <a:gs pos="0">
                <a:srgbClr val="162E5A"/>
              </a:gs>
              <a:gs pos="38000">
                <a:srgbClr val="204483"/>
              </a:gs>
              <a:gs pos="100000">
                <a:srgbClr val="27519D"/>
              </a:gs>
            </a:gsLst>
            <a:lin ang="5400000" scaled="0"/>
          </a:gradFill>
          <a:ln cap="flat" cmpd="sng" w="12700">
            <a:solidFill>
              <a:srgbClr val="31538F"/>
            </a:solidFill>
            <a:prstDash val="solid"/>
            <a:miter lim="800000"/>
            <a:headEnd len="sm" w="sm" type="none"/>
            <a:tailEnd len="sm" w="sm" type="none"/>
          </a:ln>
          <a:effectLst>
            <a:outerShdw blurRad="1181100" rotWithShape="0" algn="ctr" dir="5040000" dist="50800">
              <a:srgbClr val="000000">
                <a:alpha val="8549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6221"/>
              <a:buFont typeface="Arial"/>
              <a:buNone/>
            </a:pPr>
            <a:r>
              <a:t/>
            </a:r>
            <a:endParaRPr b="0" i="0" sz="6221" u="none" cap="none" strike="noStrike">
              <a:solidFill>
                <a:schemeClr val="lt1"/>
              </a:solidFill>
              <a:latin typeface="Times New Roman"/>
              <a:ea typeface="Times New Roman"/>
              <a:cs typeface="Times New Roman"/>
              <a:sym typeface="Times New Roman"/>
            </a:endParaRPr>
          </a:p>
        </p:txBody>
      </p:sp>
      <p:pic>
        <p:nvPicPr>
          <p:cNvPr id="85" name="Google Shape;85;p1"/>
          <p:cNvPicPr preferRelativeResize="0"/>
          <p:nvPr/>
        </p:nvPicPr>
        <p:blipFill rotWithShape="1">
          <a:blip r:embed="rId3">
            <a:alphaModFix/>
          </a:blip>
          <a:srcRect b="0" l="0" r="0" t="0"/>
          <a:stretch/>
        </p:blipFill>
        <p:spPr>
          <a:xfrm>
            <a:off x="29781730" y="726651"/>
            <a:ext cx="3136670" cy="2781181"/>
          </a:xfrm>
          <a:prstGeom prst="rect">
            <a:avLst/>
          </a:prstGeom>
          <a:noFill/>
          <a:ln>
            <a:noFill/>
          </a:ln>
        </p:spPr>
      </p:pic>
      <p:sp>
        <p:nvSpPr>
          <p:cNvPr id="86" name="Google Shape;86;p1"/>
          <p:cNvSpPr/>
          <p:nvPr/>
        </p:nvSpPr>
        <p:spPr>
          <a:xfrm>
            <a:off x="746712" y="564162"/>
            <a:ext cx="31425000" cy="13233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0"/>
              </a:spcBef>
              <a:spcAft>
                <a:spcPts val="0"/>
              </a:spcAft>
              <a:buClr>
                <a:schemeClr val="dk1"/>
              </a:buClr>
              <a:buSzPts val="1100"/>
              <a:buFont typeface="Arial"/>
              <a:buNone/>
            </a:pPr>
            <a:r>
              <a:rPr lang="en-US" sz="4500">
                <a:solidFill>
                  <a:schemeClr val="lt1"/>
                </a:solidFill>
              </a:rPr>
              <a:t>The Effect of Structurally Diverse Indoles and Monosaccharides on U2OS Morphology via Cell Painting Assay</a:t>
            </a:r>
            <a:endParaRPr b="1" sz="4500">
              <a:solidFill>
                <a:schemeClr val="lt1"/>
              </a:solidFill>
              <a:latin typeface="Times New Roman"/>
              <a:ea typeface="Times New Roman"/>
              <a:cs typeface="Times New Roman"/>
              <a:sym typeface="Times New Roman"/>
            </a:endParaRPr>
          </a:p>
        </p:txBody>
      </p:sp>
      <p:sp>
        <p:nvSpPr>
          <p:cNvPr id="87" name="Google Shape;87;p1"/>
          <p:cNvSpPr/>
          <p:nvPr/>
        </p:nvSpPr>
        <p:spPr>
          <a:xfrm>
            <a:off x="2584205" y="1594050"/>
            <a:ext cx="26641200" cy="1046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200"/>
              <a:buFont typeface="Arial"/>
              <a:buNone/>
            </a:pPr>
            <a:r>
              <a:rPr b="1" i="0" lang="en-US" sz="4500" u="none" cap="none" strike="noStrike">
                <a:solidFill>
                  <a:schemeClr val="lt1"/>
                </a:solidFill>
                <a:latin typeface="Times New Roman"/>
                <a:ea typeface="Times New Roman"/>
                <a:cs typeface="Times New Roman"/>
                <a:sym typeface="Times New Roman"/>
              </a:rPr>
              <a:t>Alhamza Y. Hamza, Manven</a:t>
            </a:r>
            <a:r>
              <a:rPr b="1" lang="en-US" sz="4500">
                <a:solidFill>
                  <a:schemeClr val="lt1"/>
                </a:solidFill>
                <a:latin typeface="Times New Roman"/>
                <a:ea typeface="Times New Roman"/>
                <a:cs typeface="Times New Roman"/>
                <a:sym typeface="Times New Roman"/>
              </a:rPr>
              <a:t>dra Singh, Zarko Boskovic</a:t>
            </a:r>
            <a:endParaRPr b="1" i="0" sz="4500" u="none" cap="none" strike="noStrike">
              <a:solidFill>
                <a:schemeClr val="lt1"/>
              </a:solidFill>
              <a:latin typeface="Times New Roman"/>
              <a:ea typeface="Times New Roman"/>
              <a:cs typeface="Times New Roman"/>
              <a:sym typeface="Times New Roman"/>
            </a:endParaRPr>
          </a:p>
        </p:txBody>
      </p:sp>
      <p:sp>
        <p:nvSpPr>
          <p:cNvPr id="88" name="Google Shape;88;p1"/>
          <p:cNvSpPr/>
          <p:nvPr/>
        </p:nvSpPr>
        <p:spPr>
          <a:xfrm>
            <a:off x="-273548" y="2444313"/>
            <a:ext cx="30912300" cy="1046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200"/>
              <a:buFont typeface="Arial"/>
              <a:buNone/>
            </a:pPr>
            <a:r>
              <a:rPr b="0" i="0" lang="en-US" sz="4500" u="none" cap="none" strike="noStrike">
                <a:solidFill>
                  <a:schemeClr val="lt1"/>
                </a:solidFill>
                <a:latin typeface="Times New Roman"/>
                <a:ea typeface="Times New Roman"/>
                <a:cs typeface="Times New Roman"/>
                <a:sym typeface="Times New Roman"/>
              </a:rPr>
              <a:t>Department of </a:t>
            </a:r>
            <a:r>
              <a:rPr lang="en-US" sz="4500">
                <a:solidFill>
                  <a:schemeClr val="lt1"/>
                </a:solidFill>
                <a:latin typeface="Times New Roman"/>
                <a:ea typeface="Times New Roman"/>
                <a:cs typeface="Times New Roman"/>
                <a:sym typeface="Times New Roman"/>
              </a:rPr>
              <a:t>Medicinal Chemistry</a:t>
            </a:r>
            <a:r>
              <a:rPr b="0" i="0" lang="en-US" sz="4500" u="none" cap="none" strike="noStrike">
                <a:solidFill>
                  <a:schemeClr val="lt1"/>
                </a:solidFill>
                <a:latin typeface="Times New Roman"/>
                <a:ea typeface="Times New Roman"/>
                <a:cs typeface="Times New Roman"/>
                <a:sym typeface="Times New Roman"/>
              </a:rPr>
              <a:t> University of Kansas, Lawrence, KS 66045, USA</a:t>
            </a:r>
            <a:endParaRPr b="0" i="0" sz="4500" u="none" cap="none" strike="noStrike">
              <a:solidFill>
                <a:schemeClr val="lt1"/>
              </a:solidFill>
              <a:latin typeface="Times New Roman"/>
              <a:ea typeface="Times New Roman"/>
              <a:cs typeface="Times New Roman"/>
              <a:sym typeface="Times New Roman"/>
            </a:endParaRPr>
          </a:p>
        </p:txBody>
      </p:sp>
      <p:sp>
        <p:nvSpPr>
          <p:cNvPr id="89" name="Google Shape;89;p1"/>
          <p:cNvSpPr txBox="1"/>
          <p:nvPr/>
        </p:nvSpPr>
        <p:spPr>
          <a:xfrm>
            <a:off x="375920" y="3948540"/>
            <a:ext cx="4348480" cy="1107996"/>
          </a:xfrm>
          <a:prstGeom prst="rect">
            <a:avLst/>
          </a:prstGeom>
          <a:gradFill>
            <a:gsLst>
              <a:gs pos="0">
                <a:srgbClr val="162E5A"/>
              </a:gs>
              <a:gs pos="50000">
                <a:srgbClr val="204483"/>
              </a:gs>
              <a:gs pos="100000">
                <a:srgbClr val="27519D"/>
              </a:gs>
            </a:gsLst>
            <a:lin ang="13500000" scaled="0"/>
          </a:gra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600"/>
              <a:buFont typeface="Arial"/>
              <a:buNone/>
            </a:pPr>
            <a:r>
              <a:rPr b="0" i="0" lang="en-US" sz="6600" u="none" cap="none" strike="noStrike">
                <a:solidFill>
                  <a:schemeClr val="lt1"/>
                </a:solidFill>
                <a:latin typeface="Times New Roman"/>
                <a:ea typeface="Times New Roman"/>
                <a:cs typeface="Times New Roman"/>
                <a:sym typeface="Times New Roman"/>
              </a:rPr>
              <a:t>Abstract:</a:t>
            </a:r>
            <a:endParaRPr b="0" i="0" sz="6600" u="none" cap="none" strike="noStrike">
              <a:solidFill>
                <a:schemeClr val="lt1"/>
              </a:solidFill>
              <a:latin typeface="Times New Roman"/>
              <a:ea typeface="Times New Roman"/>
              <a:cs typeface="Times New Roman"/>
              <a:sym typeface="Times New Roman"/>
            </a:endParaRPr>
          </a:p>
        </p:txBody>
      </p:sp>
      <p:sp>
        <p:nvSpPr>
          <p:cNvPr id="90" name="Google Shape;90;p1"/>
          <p:cNvSpPr txBox="1"/>
          <p:nvPr/>
        </p:nvSpPr>
        <p:spPr>
          <a:xfrm>
            <a:off x="728891" y="29846863"/>
            <a:ext cx="6651600" cy="294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700"/>
              <a:buFont typeface="Arial"/>
              <a:buNone/>
            </a:pPr>
            <a:r>
              <a:rPr b="0" i="0" lang="en-US" sz="3700" u="none" cap="none" strike="noStrike">
                <a:solidFill>
                  <a:schemeClr val="dk1"/>
                </a:solidFill>
                <a:latin typeface="Times New Roman"/>
                <a:ea typeface="Times New Roman"/>
                <a:cs typeface="Times New Roman"/>
                <a:sym typeface="Times New Roman"/>
              </a:rPr>
              <a:t>To study the affection of </a:t>
            </a:r>
            <a:r>
              <a:rPr lang="en-US" sz="3700">
                <a:solidFill>
                  <a:schemeClr val="dk1"/>
                </a:solidFill>
                <a:latin typeface="Times New Roman"/>
                <a:ea typeface="Times New Roman"/>
                <a:cs typeface="Times New Roman"/>
                <a:sym typeface="Times New Roman"/>
              </a:rPr>
              <a:t>Indole-containing compounds and Monosaccharides on the U2Os morphology</a:t>
            </a:r>
            <a:endParaRPr b="0" i="0" sz="37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700"/>
              <a:buFont typeface="Arial"/>
              <a:buNone/>
            </a:pPr>
            <a:r>
              <a:t/>
            </a:r>
            <a:endParaRPr b="0" i="0" sz="3700" u="none" cap="none" strike="noStrike">
              <a:solidFill>
                <a:schemeClr val="dk1"/>
              </a:solidFill>
              <a:latin typeface="Times New Roman"/>
              <a:ea typeface="Times New Roman"/>
              <a:cs typeface="Times New Roman"/>
              <a:sym typeface="Times New Roman"/>
            </a:endParaRPr>
          </a:p>
        </p:txBody>
      </p:sp>
      <p:sp>
        <p:nvSpPr>
          <p:cNvPr id="91" name="Google Shape;91;p1"/>
          <p:cNvSpPr txBox="1"/>
          <p:nvPr/>
        </p:nvSpPr>
        <p:spPr>
          <a:xfrm>
            <a:off x="8709748" y="29849194"/>
            <a:ext cx="6378300" cy="1231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700"/>
              <a:buFont typeface="Arial"/>
              <a:buNone/>
            </a:pPr>
            <a:r>
              <a:rPr b="0" i="0" lang="en-US" sz="3700" u="none" cap="none" strike="noStrike">
                <a:solidFill>
                  <a:schemeClr val="dk1"/>
                </a:solidFill>
                <a:latin typeface="Times New Roman"/>
                <a:ea typeface="Times New Roman"/>
                <a:cs typeface="Times New Roman"/>
                <a:sym typeface="Times New Roman"/>
              </a:rPr>
              <a:t>Using </a:t>
            </a:r>
            <a:r>
              <a:rPr lang="en-US" sz="3700">
                <a:solidFill>
                  <a:schemeClr val="dk1"/>
                </a:solidFill>
                <a:latin typeface="Times New Roman"/>
                <a:ea typeface="Times New Roman"/>
                <a:cs typeface="Times New Roman"/>
                <a:sym typeface="Times New Roman"/>
              </a:rPr>
              <a:t>cell painting to collect high </a:t>
            </a:r>
            <a:r>
              <a:rPr lang="en-US" sz="3700">
                <a:solidFill>
                  <a:schemeClr val="dk1"/>
                </a:solidFill>
                <a:latin typeface="Times New Roman"/>
                <a:ea typeface="Times New Roman"/>
                <a:cs typeface="Times New Roman"/>
                <a:sym typeface="Times New Roman"/>
              </a:rPr>
              <a:t>resolution</a:t>
            </a:r>
            <a:r>
              <a:rPr lang="en-US" sz="3700">
                <a:solidFill>
                  <a:schemeClr val="dk1"/>
                </a:solidFill>
                <a:latin typeface="Times New Roman"/>
                <a:ea typeface="Times New Roman"/>
                <a:cs typeface="Times New Roman"/>
                <a:sym typeface="Times New Roman"/>
              </a:rPr>
              <a:t> images</a:t>
            </a:r>
            <a:endParaRPr b="0" i="0" sz="3700" u="none" cap="none" strike="noStrike">
              <a:solidFill>
                <a:schemeClr val="dk1"/>
              </a:solidFill>
              <a:latin typeface="Times New Roman"/>
              <a:ea typeface="Times New Roman"/>
              <a:cs typeface="Times New Roman"/>
              <a:sym typeface="Times New Roman"/>
            </a:endParaRPr>
          </a:p>
        </p:txBody>
      </p:sp>
      <p:sp>
        <p:nvSpPr>
          <p:cNvPr id="92" name="Google Shape;92;p1"/>
          <p:cNvSpPr txBox="1"/>
          <p:nvPr/>
        </p:nvSpPr>
        <p:spPr>
          <a:xfrm>
            <a:off x="234951" y="28561645"/>
            <a:ext cx="5498400" cy="1108200"/>
          </a:xfrm>
          <a:prstGeom prst="rect">
            <a:avLst/>
          </a:prstGeom>
          <a:gradFill>
            <a:gsLst>
              <a:gs pos="0">
                <a:srgbClr val="162E5A"/>
              </a:gs>
              <a:gs pos="50000">
                <a:srgbClr val="204483"/>
              </a:gs>
              <a:gs pos="100000">
                <a:srgbClr val="27519D"/>
              </a:gs>
            </a:gsLst>
            <a:lin ang="13500000" scaled="0"/>
          </a:gra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600"/>
              <a:buFont typeface="Arial"/>
              <a:buNone/>
            </a:pPr>
            <a:r>
              <a:rPr b="1" i="0" lang="en-US" sz="6600" u="none" cap="none" strike="noStrike">
                <a:solidFill>
                  <a:schemeClr val="lt1"/>
                </a:solidFill>
                <a:latin typeface="Times New Roman"/>
                <a:ea typeface="Times New Roman"/>
                <a:cs typeface="Times New Roman"/>
                <a:sym typeface="Times New Roman"/>
              </a:rPr>
              <a:t>Aim of Study:</a:t>
            </a:r>
            <a:endParaRPr b="1" i="0" sz="6600" u="none" cap="none" strike="noStrike">
              <a:solidFill>
                <a:schemeClr val="lt1"/>
              </a:solidFill>
              <a:latin typeface="Times New Roman"/>
              <a:ea typeface="Times New Roman"/>
              <a:cs typeface="Times New Roman"/>
              <a:sym typeface="Times New Roman"/>
            </a:endParaRPr>
          </a:p>
        </p:txBody>
      </p:sp>
      <p:sp>
        <p:nvSpPr>
          <p:cNvPr id="93" name="Google Shape;93;p1"/>
          <p:cNvSpPr txBox="1"/>
          <p:nvPr/>
        </p:nvSpPr>
        <p:spPr>
          <a:xfrm>
            <a:off x="8659332" y="28522255"/>
            <a:ext cx="5041200" cy="1108200"/>
          </a:xfrm>
          <a:prstGeom prst="rect">
            <a:avLst/>
          </a:prstGeom>
          <a:gradFill>
            <a:gsLst>
              <a:gs pos="0">
                <a:srgbClr val="162E5A"/>
              </a:gs>
              <a:gs pos="50000">
                <a:srgbClr val="204483"/>
              </a:gs>
              <a:gs pos="100000">
                <a:srgbClr val="27519D"/>
              </a:gs>
            </a:gsLst>
            <a:lin ang="13500000" scaled="0"/>
          </a:gra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600"/>
              <a:buFont typeface="Arial"/>
              <a:buNone/>
            </a:pPr>
            <a:r>
              <a:rPr b="1" i="0" lang="en-US" sz="6600" u="none" cap="none" strike="noStrike">
                <a:solidFill>
                  <a:schemeClr val="lt1"/>
                </a:solidFill>
                <a:latin typeface="Times New Roman"/>
                <a:ea typeface="Times New Roman"/>
                <a:cs typeface="Times New Roman"/>
                <a:sym typeface="Times New Roman"/>
              </a:rPr>
              <a:t>Approach:</a:t>
            </a:r>
            <a:endParaRPr b="1" i="0" sz="6600" u="none" cap="none" strike="noStrike">
              <a:solidFill>
                <a:schemeClr val="lt1"/>
              </a:solidFill>
              <a:latin typeface="Times New Roman"/>
              <a:ea typeface="Times New Roman"/>
              <a:cs typeface="Times New Roman"/>
              <a:sym typeface="Times New Roman"/>
            </a:endParaRPr>
          </a:p>
        </p:txBody>
      </p:sp>
      <p:sp>
        <p:nvSpPr>
          <p:cNvPr id="94" name="Google Shape;94;p1"/>
          <p:cNvSpPr txBox="1"/>
          <p:nvPr/>
        </p:nvSpPr>
        <p:spPr>
          <a:xfrm>
            <a:off x="18716451" y="4007047"/>
            <a:ext cx="5498400" cy="1108200"/>
          </a:xfrm>
          <a:prstGeom prst="rect">
            <a:avLst/>
          </a:prstGeom>
          <a:gradFill>
            <a:gsLst>
              <a:gs pos="0">
                <a:srgbClr val="162E5A"/>
              </a:gs>
              <a:gs pos="50000">
                <a:srgbClr val="204483"/>
              </a:gs>
              <a:gs pos="100000">
                <a:srgbClr val="27519D"/>
              </a:gs>
            </a:gsLst>
            <a:lin ang="13500000" scaled="0"/>
          </a:gra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600"/>
              <a:buFont typeface="Arial"/>
              <a:buNone/>
            </a:pPr>
            <a:r>
              <a:rPr b="1" i="0" lang="en-US" sz="6600" u="none" cap="none" strike="noStrike">
                <a:solidFill>
                  <a:schemeClr val="lt1"/>
                </a:solidFill>
                <a:latin typeface="Times New Roman"/>
                <a:ea typeface="Times New Roman"/>
                <a:cs typeface="Times New Roman"/>
                <a:sym typeface="Times New Roman"/>
              </a:rPr>
              <a:t>Results:</a:t>
            </a:r>
            <a:endParaRPr b="1" i="0" sz="6600" u="none" cap="none" strike="noStrike">
              <a:solidFill>
                <a:schemeClr val="lt1"/>
              </a:solidFill>
              <a:latin typeface="Times New Roman"/>
              <a:ea typeface="Times New Roman"/>
              <a:cs typeface="Times New Roman"/>
              <a:sym typeface="Times New Roman"/>
            </a:endParaRPr>
          </a:p>
        </p:txBody>
      </p:sp>
      <p:sp>
        <p:nvSpPr>
          <p:cNvPr id="95" name="Google Shape;95;p1"/>
          <p:cNvSpPr/>
          <p:nvPr/>
        </p:nvSpPr>
        <p:spPr>
          <a:xfrm>
            <a:off x="375919" y="5056536"/>
            <a:ext cx="18060000" cy="63555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0"/>
              </a:spcBef>
              <a:spcAft>
                <a:spcPts val="0"/>
              </a:spcAft>
              <a:buClr>
                <a:schemeClr val="dk1"/>
              </a:buClr>
              <a:buSzPts val="1100"/>
              <a:buFont typeface="Arial"/>
              <a:buNone/>
            </a:pPr>
            <a:r>
              <a:rPr lang="en-US" sz="3700">
                <a:solidFill>
                  <a:schemeClr val="dk1"/>
                </a:solidFill>
              </a:rPr>
              <a:t>Cell painting is a multidimensional assay in which morphological changes in a model cancer cell line are observed. This assay allows us to monitor the activities of synthetic compounds in vitro. Following the treatment of live U2OS cells with a chemical compound at a given concentration and duration, the cells are stained with different fluorescence dyes. Those fluorescence dyes co-localize to specific cell organelles or subcellular structures. We used six unique fluorescence dyes to image the nucleus, mitochondria, cytoskeleton, cell membranes, endoplasmic reticulum, and Golgi apparatus. Then, we used fluorescence microscopy to capture images of the U2OS that were treated with chemical compounds or vehicle controls. If it is bioactive, the chemical compound might cause structural changes in the U2OS cells. Remarkably, compounds that share the way in which they are bioactive, also share similar morphological changes in this assay. Cell painting can be used as a tool to identify possible novel therapeutics and can be used to assess human gene expression. In this project, I used it to look at two distinct chemical sets: 1) indole-containing compounds, and 2) monosaccharides. Analysis of cell painting results will reveal common and distinct activities among the tested compounds.</a:t>
            </a:r>
            <a:endParaRPr sz="3700">
              <a:solidFill>
                <a:schemeClr val="dk1"/>
              </a:solidFill>
            </a:endParaRPr>
          </a:p>
        </p:txBody>
      </p:sp>
      <p:sp>
        <p:nvSpPr>
          <p:cNvPr id="96" name="Google Shape;96;p1"/>
          <p:cNvSpPr txBox="1"/>
          <p:nvPr/>
        </p:nvSpPr>
        <p:spPr>
          <a:xfrm>
            <a:off x="375929" y="26816069"/>
            <a:ext cx="17381100" cy="661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700"/>
              <a:buFont typeface="Arial"/>
              <a:buNone/>
            </a:pPr>
            <a:r>
              <a:rPr b="0" i="0" lang="en-US" sz="3700" u="none" cap="none" strike="noStrike">
                <a:solidFill>
                  <a:schemeClr val="dk1"/>
                </a:solidFill>
                <a:latin typeface="Times New Roman"/>
                <a:ea typeface="Times New Roman"/>
                <a:cs typeface="Times New Roman"/>
                <a:sym typeface="Times New Roman"/>
              </a:rPr>
              <a:t>Figure 1: Those are indole </a:t>
            </a:r>
            <a:r>
              <a:rPr lang="en-US" sz="3700">
                <a:solidFill>
                  <a:schemeClr val="dk1"/>
                </a:solidFill>
                <a:latin typeface="Times New Roman"/>
                <a:ea typeface="Times New Roman"/>
                <a:cs typeface="Times New Roman"/>
                <a:sym typeface="Times New Roman"/>
              </a:rPr>
              <a:t>structures that use in the </a:t>
            </a:r>
            <a:r>
              <a:rPr lang="en-US" sz="3700">
                <a:solidFill>
                  <a:schemeClr val="dk1"/>
                </a:solidFill>
                <a:latin typeface="Times New Roman"/>
                <a:ea typeface="Times New Roman"/>
                <a:cs typeface="Times New Roman"/>
                <a:sym typeface="Times New Roman"/>
              </a:rPr>
              <a:t>treatment</a:t>
            </a:r>
            <a:r>
              <a:rPr lang="en-US" sz="3700">
                <a:solidFill>
                  <a:schemeClr val="dk1"/>
                </a:solidFill>
                <a:latin typeface="Times New Roman"/>
                <a:ea typeface="Times New Roman"/>
                <a:cs typeface="Times New Roman"/>
                <a:sym typeface="Times New Roman"/>
              </a:rPr>
              <a:t> of U2OS cells. </a:t>
            </a:r>
            <a:endParaRPr b="0" i="0" sz="3700" u="none" cap="none" strike="noStrike">
              <a:solidFill>
                <a:schemeClr val="dk1"/>
              </a:solidFill>
              <a:latin typeface="Times New Roman"/>
              <a:ea typeface="Times New Roman"/>
              <a:cs typeface="Times New Roman"/>
              <a:sym typeface="Times New Roman"/>
            </a:endParaRPr>
          </a:p>
        </p:txBody>
      </p:sp>
      <p:sp>
        <p:nvSpPr>
          <p:cNvPr id="97" name="Google Shape;97;p1"/>
          <p:cNvSpPr txBox="1"/>
          <p:nvPr/>
        </p:nvSpPr>
        <p:spPr>
          <a:xfrm>
            <a:off x="564331" y="15615015"/>
            <a:ext cx="4863300" cy="1108200"/>
          </a:xfrm>
          <a:prstGeom prst="rect">
            <a:avLst/>
          </a:prstGeom>
          <a:gradFill>
            <a:gsLst>
              <a:gs pos="0">
                <a:srgbClr val="162E5A"/>
              </a:gs>
              <a:gs pos="50000">
                <a:srgbClr val="204483"/>
              </a:gs>
              <a:gs pos="100000">
                <a:srgbClr val="27519D"/>
              </a:gs>
            </a:gsLst>
            <a:lin ang="13500000" scaled="0"/>
          </a:gra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600"/>
              <a:buFont typeface="Arial"/>
              <a:buNone/>
            </a:pPr>
            <a:r>
              <a:rPr b="0" i="0" lang="en-US" sz="6600" u="none" cap="none" strike="noStrike">
                <a:solidFill>
                  <a:schemeClr val="lt1"/>
                </a:solidFill>
                <a:latin typeface="Times New Roman"/>
                <a:ea typeface="Times New Roman"/>
                <a:cs typeface="Times New Roman"/>
                <a:sym typeface="Times New Roman"/>
              </a:rPr>
              <a:t>Background:</a:t>
            </a:r>
            <a:endParaRPr b="0" i="0" sz="6600" u="none" cap="none" strike="noStrike">
              <a:solidFill>
                <a:schemeClr val="lt1"/>
              </a:solidFill>
              <a:latin typeface="Times New Roman"/>
              <a:ea typeface="Times New Roman"/>
              <a:cs typeface="Times New Roman"/>
              <a:sym typeface="Times New Roman"/>
            </a:endParaRPr>
          </a:p>
        </p:txBody>
      </p:sp>
      <p:sp>
        <p:nvSpPr>
          <p:cNvPr id="98" name="Google Shape;98;p1"/>
          <p:cNvSpPr txBox="1"/>
          <p:nvPr/>
        </p:nvSpPr>
        <p:spPr>
          <a:xfrm>
            <a:off x="18389308" y="28290618"/>
            <a:ext cx="13804500" cy="661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700"/>
              <a:buFont typeface="Arial"/>
              <a:buNone/>
            </a:pPr>
            <a:r>
              <a:rPr lang="en-US" sz="3700">
                <a:solidFill>
                  <a:schemeClr val="dk1"/>
                </a:solidFill>
                <a:latin typeface="Times New Roman"/>
                <a:ea typeface="Times New Roman"/>
                <a:cs typeface="Times New Roman"/>
                <a:sym typeface="Times New Roman"/>
              </a:rPr>
              <a:t>Figure 2</a:t>
            </a:r>
            <a:r>
              <a:rPr b="0" i="0" lang="en-US" sz="3700" u="none" cap="none" strike="noStrike">
                <a:solidFill>
                  <a:schemeClr val="dk1"/>
                </a:solidFill>
                <a:latin typeface="Times New Roman"/>
                <a:ea typeface="Times New Roman"/>
                <a:cs typeface="Times New Roman"/>
                <a:sym typeface="Times New Roman"/>
              </a:rPr>
              <a:t>: </a:t>
            </a:r>
            <a:r>
              <a:rPr lang="en-US" sz="3700">
                <a:solidFill>
                  <a:schemeClr val="dk1"/>
                </a:solidFill>
                <a:latin typeface="Times New Roman"/>
                <a:ea typeface="Times New Roman"/>
                <a:cs typeface="Times New Roman"/>
                <a:sym typeface="Times New Roman"/>
              </a:rPr>
              <a:t>Images</a:t>
            </a:r>
            <a:r>
              <a:rPr b="0" i="0" lang="en-US" sz="3700" u="none" cap="none" strike="noStrike">
                <a:solidFill>
                  <a:schemeClr val="dk1"/>
                </a:solidFill>
                <a:latin typeface="Times New Roman"/>
                <a:ea typeface="Times New Roman"/>
                <a:cs typeface="Times New Roman"/>
                <a:sym typeface="Times New Roman"/>
              </a:rPr>
              <a:t> slows down </a:t>
            </a:r>
            <a:r>
              <a:rPr lang="en-US" sz="3700">
                <a:solidFill>
                  <a:schemeClr val="dk1"/>
                </a:solidFill>
                <a:latin typeface="Times New Roman"/>
                <a:ea typeface="Times New Roman"/>
                <a:cs typeface="Times New Roman"/>
                <a:sym typeface="Times New Roman"/>
              </a:rPr>
              <a:t>changes in U2OS morphologies</a:t>
            </a:r>
            <a:r>
              <a:rPr b="0" i="0" lang="en-US" sz="3700" u="none" cap="none" strike="noStrike">
                <a:solidFill>
                  <a:schemeClr val="dk1"/>
                </a:solidFill>
                <a:latin typeface="Times New Roman"/>
                <a:ea typeface="Times New Roman"/>
                <a:cs typeface="Times New Roman"/>
                <a:sym typeface="Times New Roman"/>
              </a:rPr>
              <a:t>. </a:t>
            </a:r>
            <a:endParaRPr b="0" i="0" sz="3700" u="none" cap="none" strike="noStrike">
              <a:solidFill>
                <a:schemeClr val="dk1"/>
              </a:solidFill>
              <a:latin typeface="Times New Roman"/>
              <a:ea typeface="Times New Roman"/>
              <a:cs typeface="Times New Roman"/>
              <a:sym typeface="Times New Roman"/>
            </a:endParaRPr>
          </a:p>
        </p:txBody>
      </p:sp>
      <p:sp>
        <p:nvSpPr>
          <p:cNvPr id="99" name="Google Shape;99;p1"/>
          <p:cNvSpPr txBox="1"/>
          <p:nvPr/>
        </p:nvSpPr>
        <p:spPr>
          <a:xfrm>
            <a:off x="18820151" y="29247386"/>
            <a:ext cx="5498400" cy="1108200"/>
          </a:xfrm>
          <a:prstGeom prst="rect">
            <a:avLst/>
          </a:prstGeom>
          <a:gradFill>
            <a:gsLst>
              <a:gs pos="0">
                <a:srgbClr val="162E5A"/>
              </a:gs>
              <a:gs pos="50000">
                <a:srgbClr val="204483"/>
              </a:gs>
              <a:gs pos="100000">
                <a:srgbClr val="27519D"/>
              </a:gs>
            </a:gsLst>
            <a:lin ang="13500000" scaled="0"/>
          </a:gra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600"/>
              <a:buFont typeface="Arial"/>
              <a:buNone/>
            </a:pPr>
            <a:r>
              <a:rPr b="0" i="0" lang="en-US" sz="6600" u="none" cap="none" strike="noStrike">
                <a:solidFill>
                  <a:schemeClr val="lt1"/>
                </a:solidFill>
                <a:latin typeface="Times New Roman"/>
                <a:ea typeface="Times New Roman"/>
                <a:cs typeface="Times New Roman"/>
                <a:sym typeface="Times New Roman"/>
              </a:rPr>
              <a:t>Conclusions:</a:t>
            </a:r>
            <a:endParaRPr b="0" i="0" sz="6600" u="none" cap="none" strike="noStrike">
              <a:solidFill>
                <a:schemeClr val="lt1"/>
              </a:solidFill>
              <a:latin typeface="Times New Roman"/>
              <a:ea typeface="Times New Roman"/>
              <a:cs typeface="Times New Roman"/>
              <a:sym typeface="Times New Roman"/>
            </a:endParaRPr>
          </a:p>
        </p:txBody>
      </p:sp>
      <p:sp>
        <p:nvSpPr>
          <p:cNvPr id="100" name="Google Shape;100;p1"/>
          <p:cNvSpPr txBox="1"/>
          <p:nvPr/>
        </p:nvSpPr>
        <p:spPr>
          <a:xfrm>
            <a:off x="19041183" y="30577111"/>
            <a:ext cx="13425900" cy="1231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700"/>
              <a:buFont typeface="Arial"/>
              <a:buNone/>
            </a:pPr>
            <a:r>
              <a:rPr lang="en-US" sz="3700">
                <a:solidFill>
                  <a:schemeClr val="dk1"/>
                </a:solidFill>
                <a:latin typeface="Times New Roman"/>
                <a:ea typeface="Times New Roman"/>
                <a:cs typeface="Times New Roman"/>
                <a:sym typeface="Times New Roman"/>
              </a:rPr>
              <a:t>Cell painting can be use as a </a:t>
            </a:r>
            <a:r>
              <a:rPr lang="en-US" sz="3700">
                <a:solidFill>
                  <a:schemeClr val="dk1"/>
                </a:solidFill>
                <a:latin typeface="Times New Roman"/>
                <a:ea typeface="Times New Roman"/>
                <a:cs typeface="Times New Roman"/>
                <a:sym typeface="Times New Roman"/>
              </a:rPr>
              <a:t>tool</a:t>
            </a:r>
            <a:r>
              <a:rPr lang="en-US" sz="3700">
                <a:solidFill>
                  <a:schemeClr val="dk1"/>
                </a:solidFill>
                <a:latin typeface="Times New Roman"/>
                <a:ea typeface="Times New Roman"/>
                <a:cs typeface="Times New Roman"/>
                <a:sym typeface="Times New Roman"/>
              </a:rPr>
              <a:t> to identify passible morphological changes on cell such as U2OS.</a:t>
            </a:r>
            <a:endParaRPr b="0" i="0" sz="3700" u="none" cap="none" strike="noStrike">
              <a:solidFill>
                <a:schemeClr val="dk1"/>
              </a:solidFill>
              <a:latin typeface="Times New Roman"/>
              <a:ea typeface="Times New Roman"/>
              <a:cs typeface="Times New Roman"/>
              <a:sym typeface="Times New Roman"/>
            </a:endParaRPr>
          </a:p>
        </p:txBody>
      </p:sp>
      <p:pic>
        <p:nvPicPr>
          <p:cNvPr id="101" name="Google Shape;101;p1"/>
          <p:cNvPicPr preferRelativeResize="0"/>
          <p:nvPr/>
        </p:nvPicPr>
        <p:blipFill>
          <a:blip r:embed="rId4">
            <a:alphaModFix/>
          </a:blip>
          <a:stretch>
            <a:fillRect/>
          </a:stretch>
        </p:blipFill>
        <p:spPr>
          <a:xfrm>
            <a:off x="18389312" y="5736552"/>
            <a:ext cx="6919844" cy="6919864"/>
          </a:xfrm>
          <a:prstGeom prst="rect">
            <a:avLst/>
          </a:prstGeom>
          <a:noFill/>
          <a:ln>
            <a:noFill/>
          </a:ln>
        </p:spPr>
      </p:pic>
      <p:pic>
        <p:nvPicPr>
          <p:cNvPr id="102" name="Google Shape;102;p1"/>
          <p:cNvPicPr preferRelativeResize="0"/>
          <p:nvPr/>
        </p:nvPicPr>
        <p:blipFill>
          <a:blip r:embed="rId5">
            <a:alphaModFix/>
          </a:blip>
          <a:stretch>
            <a:fillRect/>
          </a:stretch>
        </p:blipFill>
        <p:spPr>
          <a:xfrm>
            <a:off x="18389288" y="13267700"/>
            <a:ext cx="6870477" cy="6870477"/>
          </a:xfrm>
          <a:prstGeom prst="rect">
            <a:avLst/>
          </a:prstGeom>
          <a:noFill/>
          <a:ln>
            <a:noFill/>
          </a:ln>
        </p:spPr>
      </p:pic>
      <p:pic>
        <p:nvPicPr>
          <p:cNvPr id="103" name="Google Shape;103;p1"/>
          <p:cNvPicPr preferRelativeResize="0"/>
          <p:nvPr/>
        </p:nvPicPr>
        <p:blipFill>
          <a:blip r:embed="rId6">
            <a:alphaModFix/>
          </a:blip>
          <a:stretch>
            <a:fillRect/>
          </a:stretch>
        </p:blipFill>
        <p:spPr>
          <a:xfrm>
            <a:off x="18413988" y="21125200"/>
            <a:ext cx="6870477" cy="6870477"/>
          </a:xfrm>
          <a:prstGeom prst="rect">
            <a:avLst/>
          </a:prstGeom>
          <a:noFill/>
          <a:ln>
            <a:noFill/>
          </a:ln>
        </p:spPr>
      </p:pic>
      <p:pic>
        <p:nvPicPr>
          <p:cNvPr id="104" name="Google Shape;104;p1"/>
          <p:cNvPicPr preferRelativeResize="0"/>
          <p:nvPr/>
        </p:nvPicPr>
        <p:blipFill>
          <a:blip r:embed="rId7">
            <a:alphaModFix/>
          </a:blip>
          <a:stretch>
            <a:fillRect/>
          </a:stretch>
        </p:blipFill>
        <p:spPr>
          <a:xfrm>
            <a:off x="25648050" y="13312350"/>
            <a:ext cx="6825851" cy="6825825"/>
          </a:xfrm>
          <a:prstGeom prst="rect">
            <a:avLst/>
          </a:prstGeom>
          <a:noFill/>
          <a:ln>
            <a:noFill/>
          </a:ln>
        </p:spPr>
      </p:pic>
      <p:pic>
        <p:nvPicPr>
          <p:cNvPr id="105" name="Google Shape;105;p1"/>
          <p:cNvPicPr preferRelativeResize="0"/>
          <p:nvPr/>
        </p:nvPicPr>
        <p:blipFill>
          <a:blip r:embed="rId8">
            <a:alphaModFix/>
          </a:blip>
          <a:stretch>
            <a:fillRect/>
          </a:stretch>
        </p:blipFill>
        <p:spPr>
          <a:xfrm>
            <a:off x="25648049" y="5736574"/>
            <a:ext cx="6919849" cy="6919849"/>
          </a:xfrm>
          <a:prstGeom prst="rect">
            <a:avLst/>
          </a:prstGeom>
          <a:noFill/>
          <a:ln>
            <a:noFill/>
          </a:ln>
        </p:spPr>
      </p:pic>
      <p:sp>
        <p:nvSpPr>
          <p:cNvPr id="106" name="Google Shape;106;p1"/>
          <p:cNvSpPr txBox="1"/>
          <p:nvPr/>
        </p:nvSpPr>
        <p:spPr>
          <a:xfrm>
            <a:off x="26630278" y="4933850"/>
            <a:ext cx="5793600" cy="661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700"/>
              <a:buFont typeface="Arial"/>
              <a:buNone/>
            </a:pPr>
            <a:r>
              <a:rPr lang="en-US" sz="3700">
                <a:solidFill>
                  <a:schemeClr val="dk1"/>
                </a:solidFill>
                <a:latin typeface="Times New Roman"/>
                <a:ea typeface="Times New Roman"/>
                <a:cs typeface="Times New Roman"/>
                <a:sym typeface="Times New Roman"/>
              </a:rPr>
              <a:t>Endoplasmic reticulum</a:t>
            </a:r>
            <a:endParaRPr b="0" i="0" sz="3700" u="none" cap="none" strike="noStrike">
              <a:solidFill>
                <a:schemeClr val="dk1"/>
              </a:solidFill>
              <a:latin typeface="Times New Roman"/>
              <a:ea typeface="Times New Roman"/>
              <a:cs typeface="Times New Roman"/>
              <a:sym typeface="Times New Roman"/>
            </a:endParaRPr>
          </a:p>
        </p:txBody>
      </p:sp>
      <p:sp>
        <p:nvSpPr>
          <p:cNvPr id="107" name="Google Shape;107;p1"/>
          <p:cNvSpPr txBox="1"/>
          <p:nvPr/>
        </p:nvSpPr>
        <p:spPr>
          <a:xfrm>
            <a:off x="19225278" y="20300788"/>
            <a:ext cx="5793600" cy="661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700"/>
              <a:buFont typeface="Arial"/>
              <a:buNone/>
            </a:pPr>
            <a:r>
              <a:rPr lang="en-US" sz="3700">
                <a:solidFill>
                  <a:schemeClr val="dk1"/>
                </a:solidFill>
                <a:latin typeface="Times New Roman"/>
                <a:ea typeface="Times New Roman"/>
                <a:cs typeface="Times New Roman"/>
                <a:sym typeface="Times New Roman"/>
              </a:rPr>
              <a:t>Cytoskeleton</a:t>
            </a:r>
            <a:endParaRPr b="0" i="0" sz="3700" u="none" cap="none" strike="noStrike">
              <a:solidFill>
                <a:schemeClr val="dk1"/>
              </a:solidFill>
              <a:latin typeface="Times New Roman"/>
              <a:ea typeface="Times New Roman"/>
              <a:cs typeface="Times New Roman"/>
              <a:sym typeface="Times New Roman"/>
            </a:endParaRPr>
          </a:p>
        </p:txBody>
      </p:sp>
      <p:sp>
        <p:nvSpPr>
          <p:cNvPr id="108" name="Google Shape;108;p1"/>
          <p:cNvSpPr txBox="1"/>
          <p:nvPr/>
        </p:nvSpPr>
        <p:spPr>
          <a:xfrm>
            <a:off x="20263403" y="5056525"/>
            <a:ext cx="5793600" cy="661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700"/>
              <a:buFont typeface="Arial"/>
              <a:buNone/>
            </a:pPr>
            <a:r>
              <a:rPr lang="en-US" sz="3700">
                <a:solidFill>
                  <a:schemeClr val="dk1"/>
                </a:solidFill>
                <a:latin typeface="Times New Roman"/>
                <a:ea typeface="Times New Roman"/>
                <a:cs typeface="Times New Roman"/>
                <a:sym typeface="Times New Roman"/>
              </a:rPr>
              <a:t>Nuclei</a:t>
            </a:r>
            <a:endParaRPr b="0" i="0" sz="3700" u="none" cap="none" strike="noStrike">
              <a:solidFill>
                <a:schemeClr val="dk1"/>
              </a:solidFill>
              <a:latin typeface="Times New Roman"/>
              <a:ea typeface="Times New Roman"/>
              <a:cs typeface="Times New Roman"/>
              <a:sym typeface="Times New Roman"/>
            </a:endParaRPr>
          </a:p>
        </p:txBody>
      </p:sp>
      <p:sp>
        <p:nvSpPr>
          <p:cNvPr id="109" name="Google Shape;109;p1"/>
          <p:cNvSpPr txBox="1"/>
          <p:nvPr/>
        </p:nvSpPr>
        <p:spPr>
          <a:xfrm>
            <a:off x="27590878" y="12656425"/>
            <a:ext cx="5793600" cy="661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700"/>
              <a:buFont typeface="Arial"/>
              <a:buNone/>
            </a:pPr>
            <a:r>
              <a:rPr lang="en-US" sz="3700">
                <a:solidFill>
                  <a:schemeClr val="dk1"/>
                </a:solidFill>
                <a:latin typeface="Times New Roman"/>
                <a:ea typeface="Times New Roman"/>
                <a:cs typeface="Times New Roman"/>
                <a:sym typeface="Times New Roman"/>
              </a:rPr>
              <a:t>Mitochondria</a:t>
            </a:r>
            <a:endParaRPr b="0" i="0" sz="3700" u="none" cap="none" strike="noStrike">
              <a:solidFill>
                <a:schemeClr val="dk1"/>
              </a:solidFill>
              <a:latin typeface="Times New Roman"/>
              <a:ea typeface="Times New Roman"/>
              <a:cs typeface="Times New Roman"/>
              <a:sym typeface="Times New Roman"/>
            </a:endParaRPr>
          </a:p>
        </p:txBody>
      </p:sp>
      <p:sp>
        <p:nvSpPr>
          <p:cNvPr id="110" name="Google Shape;110;p1"/>
          <p:cNvSpPr txBox="1"/>
          <p:nvPr/>
        </p:nvSpPr>
        <p:spPr>
          <a:xfrm>
            <a:off x="19974128" y="12605900"/>
            <a:ext cx="5793600" cy="661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700"/>
              <a:buFont typeface="Arial"/>
              <a:buNone/>
            </a:pPr>
            <a:r>
              <a:rPr lang="en-US" sz="3700">
                <a:solidFill>
                  <a:schemeClr val="dk1"/>
                </a:solidFill>
                <a:latin typeface="Times New Roman"/>
                <a:ea typeface="Times New Roman"/>
                <a:cs typeface="Times New Roman"/>
                <a:sym typeface="Times New Roman"/>
              </a:rPr>
              <a:t>Nuclei and RNA</a:t>
            </a:r>
            <a:endParaRPr b="0" i="0" sz="3700" u="none" cap="none" strike="noStrike">
              <a:solidFill>
                <a:schemeClr val="dk1"/>
              </a:solidFill>
              <a:latin typeface="Times New Roman"/>
              <a:ea typeface="Times New Roman"/>
              <a:cs typeface="Times New Roman"/>
              <a:sym typeface="Times New Roman"/>
            </a:endParaRPr>
          </a:p>
        </p:txBody>
      </p:sp>
      <p:pic>
        <p:nvPicPr>
          <p:cNvPr id="111" name="Google Shape;111;p1"/>
          <p:cNvPicPr preferRelativeResize="0"/>
          <p:nvPr/>
        </p:nvPicPr>
        <p:blipFill>
          <a:blip r:embed="rId9">
            <a:alphaModFix/>
          </a:blip>
          <a:stretch>
            <a:fillRect/>
          </a:stretch>
        </p:blipFill>
        <p:spPr>
          <a:xfrm>
            <a:off x="550513" y="16999295"/>
            <a:ext cx="3999293" cy="4229501"/>
          </a:xfrm>
          <a:prstGeom prst="rect">
            <a:avLst/>
          </a:prstGeom>
          <a:noFill/>
          <a:ln>
            <a:noFill/>
          </a:ln>
        </p:spPr>
      </p:pic>
      <p:pic>
        <p:nvPicPr>
          <p:cNvPr id="112" name="Google Shape;112;p1"/>
          <p:cNvPicPr preferRelativeResize="0"/>
          <p:nvPr/>
        </p:nvPicPr>
        <p:blipFill>
          <a:blip r:embed="rId10">
            <a:alphaModFix/>
          </a:blip>
          <a:stretch>
            <a:fillRect/>
          </a:stretch>
        </p:blipFill>
        <p:spPr>
          <a:xfrm>
            <a:off x="4703207" y="17302824"/>
            <a:ext cx="3425275" cy="3622441"/>
          </a:xfrm>
          <a:prstGeom prst="rect">
            <a:avLst/>
          </a:prstGeom>
          <a:noFill/>
          <a:ln>
            <a:noFill/>
          </a:ln>
        </p:spPr>
      </p:pic>
      <p:pic>
        <p:nvPicPr>
          <p:cNvPr id="113" name="Google Shape;113;p1"/>
          <p:cNvPicPr preferRelativeResize="0"/>
          <p:nvPr/>
        </p:nvPicPr>
        <p:blipFill>
          <a:blip r:embed="rId11">
            <a:alphaModFix/>
          </a:blip>
          <a:stretch>
            <a:fillRect/>
          </a:stretch>
        </p:blipFill>
        <p:spPr>
          <a:xfrm>
            <a:off x="8281888" y="16282129"/>
            <a:ext cx="4376806" cy="4628744"/>
          </a:xfrm>
          <a:prstGeom prst="rect">
            <a:avLst/>
          </a:prstGeom>
          <a:noFill/>
          <a:ln>
            <a:noFill/>
          </a:ln>
        </p:spPr>
      </p:pic>
      <p:pic>
        <p:nvPicPr>
          <p:cNvPr id="114" name="Google Shape;114;p1"/>
          <p:cNvPicPr preferRelativeResize="0"/>
          <p:nvPr/>
        </p:nvPicPr>
        <p:blipFill>
          <a:blip r:embed="rId12">
            <a:alphaModFix/>
          </a:blip>
          <a:stretch>
            <a:fillRect/>
          </a:stretch>
        </p:blipFill>
        <p:spPr>
          <a:xfrm>
            <a:off x="12790919" y="16282137"/>
            <a:ext cx="5355556" cy="5663831"/>
          </a:xfrm>
          <a:prstGeom prst="rect">
            <a:avLst/>
          </a:prstGeom>
          <a:noFill/>
          <a:ln>
            <a:noFill/>
          </a:ln>
        </p:spPr>
      </p:pic>
      <p:pic>
        <p:nvPicPr>
          <p:cNvPr id="115" name="Google Shape;115;p1"/>
          <p:cNvPicPr preferRelativeResize="0"/>
          <p:nvPr/>
        </p:nvPicPr>
        <p:blipFill>
          <a:blip r:embed="rId13">
            <a:alphaModFix/>
          </a:blip>
          <a:stretch>
            <a:fillRect/>
          </a:stretch>
        </p:blipFill>
        <p:spPr>
          <a:xfrm>
            <a:off x="728910" y="20926224"/>
            <a:ext cx="5161518" cy="5458601"/>
          </a:xfrm>
          <a:prstGeom prst="rect">
            <a:avLst/>
          </a:prstGeom>
          <a:noFill/>
          <a:ln>
            <a:noFill/>
          </a:ln>
        </p:spPr>
      </p:pic>
      <p:pic>
        <p:nvPicPr>
          <p:cNvPr id="116" name="Google Shape;116;p1"/>
          <p:cNvPicPr preferRelativeResize="0"/>
          <p:nvPr/>
        </p:nvPicPr>
        <p:blipFill>
          <a:blip r:embed="rId14">
            <a:alphaModFix/>
          </a:blip>
          <a:stretch>
            <a:fillRect/>
          </a:stretch>
        </p:blipFill>
        <p:spPr>
          <a:xfrm>
            <a:off x="5992587" y="20823614"/>
            <a:ext cx="5355556" cy="5663831"/>
          </a:xfrm>
          <a:prstGeom prst="rect">
            <a:avLst/>
          </a:prstGeom>
          <a:noFill/>
          <a:ln>
            <a:noFill/>
          </a:ln>
        </p:spPr>
      </p:pic>
      <p:pic>
        <p:nvPicPr>
          <p:cNvPr id="117" name="Google Shape;117;p1"/>
          <p:cNvPicPr preferRelativeResize="0"/>
          <p:nvPr/>
        </p:nvPicPr>
        <p:blipFill>
          <a:blip r:embed="rId15">
            <a:alphaModFix/>
          </a:blip>
          <a:stretch>
            <a:fillRect/>
          </a:stretch>
        </p:blipFill>
        <p:spPr>
          <a:xfrm>
            <a:off x="12220476" y="20700558"/>
            <a:ext cx="5161487" cy="5458593"/>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2019-04-03T20:37:27Z</dcterms:created>
  <dc:creator>Alhamzah Hamzah</dc:creator>
</cp:coreProperties>
</file>